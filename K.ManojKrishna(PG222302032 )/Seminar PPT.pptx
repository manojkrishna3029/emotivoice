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97" r:id="rId2"/>
    <p:sldId id="256" r:id="rId3"/>
    <p:sldId id="257" r:id="rId4"/>
    <p:sldId id="258" r:id="rId5"/>
    <p:sldId id="260" r:id="rId6"/>
    <p:sldId id="293" r:id="rId7"/>
    <p:sldId id="292" r:id="rId8"/>
    <p:sldId id="294" r:id="rId9"/>
    <p:sldId id="296" r:id="rId10"/>
    <p:sldId id="285" r:id="rId11"/>
    <p:sldId id="284" r:id="rId12"/>
    <p:sldId id="289" r:id="rId13"/>
    <p:sldId id="269" r:id="rId14"/>
    <p:sldId id="291" r:id="rId15"/>
    <p:sldId id="275" r:id="rId16"/>
    <p:sldId id="268" r:id="rId17"/>
    <p:sldId id="278" r:id="rId18"/>
    <p:sldId id="279" r:id="rId19"/>
    <p:sldId id="280" r:id="rId20"/>
    <p:sldId id="2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inar" id="{E0665D3D-F10A-4906-9C4B-F6DE1B0CFB82}">
          <p14:sldIdLst>
            <p14:sldId id="297"/>
            <p14:sldId id="256"/>
            <p14:sldId id="257"/>
            <p14:sldId id="258"/>
            <p14:sldId id="260"/>
            <p14:sldId id="293"/>
            <p14:sldId id="292"/>
            <p14:sldId id="294"/>
            <p14:sldId id="296"/>
            <p14:sldId id="285"/>
            <p14:sldId id="284"/>
            <p14:sldId id="289"/>
            <p14:sldId id="269"/>
            <p14:sldId id="291"/>
            <p14:sldId id="275"/>
            <p14:sldId id="268"/>
            <p14:sldId id="278"/>
            <p14:sldId id="279"/>
            <p14:sldId id="280"/>
            <p14:sldId id="282"/>
          </p14:sldIdLst>
        </p14:section>
        <p14:section name="Untitled Section" id="{09438A24-4FD7-4694-86C8-964361B4AEE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7" autoAdjust="0"/>
    <p:restoredTop sz="94660"/>
  </p:normalViewPr>
  <p:slideViewPr>
    <p:cSldViewPr snapToGrid="0">
      <p:cViewPr varScale="1">
        <p:scale>
          <a:sx n="78" d="100"/>
          <a:sy n="78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33E131-FD4B-4E68-9B6B-80C69BA3EDB6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5398AAF-1378-4C1E-A3C3-399E5C3EF5CB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Definition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23B8358-7BF4-4F72-BA50-5D029FAF2C68}" type="parTrans" cxnId="{E83F7252-0754-48D4-9127-80E467051BCF}">
      <dgm:prSet/>
      <dgm:spPr/>
      <dgm:t>
        <a:bodyPr/>
        <a:lstStyle/>
        <a:p>
          <a:endParaRPr lang="en-IN"/>
        </a:p>
      </dgm:t>
    </dgm:pt>
    <dgm:pt modelId="{40519F12-869B-4D07-BEE7-95953AB2076B}" type="sibTrans" cxnId="{E83F7252-0754-48D4-9127-80E467051BCF}">
      <dgm:prSet/>
      <dgm:spPr/>
      <dgm:t>
        <a:bodyPr/>
        <a:lstStyle/>
        <a:p>
          <a:endParaRPr lang="en-IN"/>
        </a:p>
      </dgm:t>
    </dgm:pt>
    <dgm:pt modelId="{137B0BBD-8BAF-4778-94DC-8AB70DF6E691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Types :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59A2D9F-5EAA-4169-AA5B-E0C495490898}" type="parTrans" cxnId="{0B69EE56-16B0-43F4-B30E-0F82A1C882D2}">
      <dgm:prSet/>
      <dgm:spPr/>
      <dgm:t>
        <a:bodyPr/>
        <a:lstStyle/>
        <a:p>
          <a:endParaRPr lang="en-IN"/>
        </a:p>
      </dgm:t>
    </dgm:pt>
    <dgm:pt modelId="{B4668559-13BC-40C1-9AB9-392724BB8450}" type="sibTrans" cxnId="{0B69EE56-16B0-43F4-B30E-0F82A1C882D2}">
      <dgm:prSet/>
      <dgm:spPr/>
      <dgm:t>
        <a:bodyPr/>
        <a:lstStyle/>
        <a:p>
          <a:endParaRPr lang="en-IN"/>
        </a:p>
      </dgm:t>
    </dgm:pt>
    <dgm:pt modelId="{B48F0585-D049-4F71-A1BF-53B8FF9A0319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Tactile Feedback: Simulates surface textures, shapes, and contours through vibrations or surface variations.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2EA7744-019D-48C9-BB6C-63656F3AD183}" type="parTrans" cxnId="{0FADAF31-E744-46F0-90A9-934CFE4A1499}">
      <dgm:prSet/>
      <dgm:spPr/>
      <dgm:t>
        <a:bodyPr/>
        <a:lstStyle/>
        <a:p>
          <a:endParaRPr lang="en-IN"/>
        </a:p>
      </dgm:t>
    </dgm:pt>
    <dgm:pt modelId="{8750D775-5B0F-455B-8D04-C89432DD30DF}" type="sibTrans" cxnId="{0FADAF31-E744-46F0-90A9-934CFE4A1499}">
      <dgm:prSet/>
      <dgm:spPr/>
      <dgm:t>
        <a:bodyPr/>
        <a:lstStyle/>
        <a:p>
          <a:endParaRPr lang="en-IN"/>
        </a:p>
      </dgm:t>
    </dgm:pt>
    <dgm:pt modelId="{60CB64E0-2A29-42E8-83AA-78A776712D26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Force Feedback: Provides resistance or forces to mimic real-world interactions, such as pushing against a solid object.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6932B0C-87BC-4AD8-BF4A-5E695C42EECC}" type="parTrans" cxnId="{E97259EE-38D0-49C3-8273-B8099A07EB1B}">
      <dgm:prSet/>
      <dgm:spPr/>
      <dgm:t>
        <a:bodyPr/>
        <a:lstStyle/>
        <a:p>
          <a:endParaRPr lang="en-IN"/>
        </a:p>
      </dgm:t>
    </dgm:pt>
    <dgm:pt modelId="{0AA0A377-C419-4F18-9F26-2A3C6913E22F}" type="sibTrans" cxnId="{E97259EE-38D0-49C3-8273-B8099A07EB1B}">
      <dgm:prSet/>
      <dgm:spPr/>
      <dgm:t>
        <a:bodyPr/>
        <a:lstStyle/>
        <a:p>
          <a:endParaRPr lang="en-IN"/>
        </a:p>
      </dgm:t>
    </dgm:pt>
    <dgm:pt modelId="{BAA3E7E8-752A-494E-B871-B15AD2373DDC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Vibration Feedback: Delivers rapid oscillations to convey alerts, notifications, or subtle sensations.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D5D7EC-E3D2-48D7-A7DD-A31B4E4D0289}" type="parTrans" cxnId="{1F7D4F7B-78E9-4D5F-B5D6-FE913F753397}">
      <dgm:prSet/>
      <dgm:spPr/>
      <dgm:t>
        <a:bodyPr/>
        <a:lstStyle/>
        <a:p>
          <a:endParaRPr lang="en-IN"/>
        </a:p>
      </dgm:t>
    </dgm:pt>
    <dgm:pt modelId="{A6466729-E1F7-4E92-AC02-21523C95D640}" type="sibTrans" cxnId="{1F7D4F7B-78E9-4D5F-B5D6-FE913F753397}">
      <dgm:prSet/>
      <dgm:spPr/>
      <dgm:t>
        <a:bodyPr/>
        <a:lstStyle/>
        <a:p>
          <a:endParaRPr lang="en-IN"/>
        </a:p>
      </dgm:t>
    </dgm:pt>
    <dgm:pt modelId="{0D344D5B-2B77-4D42-BF65-73786AC8E8EA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Principles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63A731-967B-4D2F-878E-C7CB8D599D29}" type="parTrans" cxnId="{DE5CD058-91C4-4A8D-9C32-1B45438CD142}">
      <dgm:prSet/>
      <dgm:spPr/>
      <dgm:t>
        <a:bodyPr/>
        <a:lstStyle/>
        <a:p>
          <a:endParaRPr lang="en-IN"/>
        </a:p>
      </dgm:t>
    </dgm:pt>
    <dgm:pt modelId="{B13C3ECC-8947-4775-9A17-F5B0F687E804}" type="sibTrans" cxnId="{DE5CD058-91C4-4A8D-9C32-1B45438CD142}">
      <dgm:prSet/>
      <dgm:spPr/>
      <dgm:t>
        <a:bodyPr/>
        <a:lstStyle/>
        <a:p>
          <a:endParaRPr lang="en-IN"/>
        </a:p>
      </dgm:t>
    </dgm:pt>
    <dgm:pt modelId="{ABA76B41-7313-4F81-8CE9-89CFD653ABF9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Kinesthetic Feedback: Simulates physical sensations of movement and resistance, enhancing immersion and realism.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C1E4C9-CB57-481C-B744-0874F48B7572}" type="parTrans" cxnId="{2BB67F5A-A4DB-4CA9-8F54-A70A6AAB6D40}">
      <dgm:prSet/>
      <dgm:spPr/>
      <dgm:t>
        <a:bodyPr/>
        <a:lstStyle/>
        <a:p>
          <a:endParaRPr lang="en-IN"/>
        </a:p>
      </dgm:t>
    </dgm:pt>
    <dgm:pt modelId="{9DCDF2D2-87C9-47DC-BEEF-2E92B3A8B8DE}" type="sibTrans" cxnId="{2BB67F5A-A4DB-4CA9-8F54-A70A6AAB6D40}">
      <dgm:prSet/>
      <dgm:spPr/>
      <dgm:t>
        <a:bodyPr/>
        <a:lstStyle/>
        <a:p>
          <a:endParaRPr lang="en-IN"/>
        </a:p>
      </dgm:t>
    </dgm:pt>
    <dgm:pt modelId="{C7BDF49C-2848-44FE-A82D-3DE9D86CC944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Tactile Feedback: Utilizes surface vibrations or textures to convey information or enhance user perception.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539083-F3A0-4F55-A748-DD9F3D7DCB6E}" type="parTrans" cxnId="{FABE7F2D-BA99-4BC9-ADE9-B968894FA4F4}">
      <dgm:prSet/>
      <dgm:spPr/>
      <dgm:t>
        <a:bodyPr/>
        <a:lstStyle/>
        <a:p>
          <a:endParaRPr lang="en-IN"/>
        </a:p>
      </dgm:t>
    </dgm:pt>
    <dgm:pt modelId="{EA53E22A-9A1B-4CB6-BA7F-7C1D6340182C}" type="sibTrans" cxnId="{FABE7F2D-BA99-4BC9-ADE9-B968894FA4F4}">
      <dgm:prSet/>
      <dgm:spPr/>
      <dgm:t>
        <a:bodyPr/>
        <a:lstStyle/>
        <a:p>
          <a:endParaRPr lang="en-IN"/>
        </a:p>
      </dgm:t>
    </dgm:pt>
    <dgm:pt modelId="{8B39D455-9660-46C5-8114-C2CFE60C7795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Multi-Modal Integration: Combines various haptic modalities to create rich, interactive experiences, aligning with the user's sensory capabilities.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63FC1A0-05DB-4E02-953A-02A727CA97AC}" type="parTrans" cxnId="{0E6B77E2-9331-4E8B-9FEE-56E70510F673}">
      <dgm:prSet/>
      <dgm:spPr/>
      <dgm:t>
        <a:bodyPr/>
        <a:lstStyle/>
        <a:p>
          <a:endParaRPr lang="en-IN"/>
        </a:p>
      </dgm:t>
    </dgm:pt>
    <dgm:pt modelId="{B78D28FB-944E-4C41-8553-7E43D4CB5FD2}" type="sibTrans" cxnId="{0E6B77E2-9331-4E8B-9FEE-56E70510F673}">
      <dgm:prSet/>
      <dgm:spPr/>
      <dgm:t>
        <a:bodyPr/>
        <a:lstStyle/>
        <a:p>
          <a:endParaRPr lang="en-IN"/>
        </a:p>
      </dgm:t>
    </dgm:pt>
    <dgm:pt modelId="{99883900-8FDC-4B31-988A-2CD9A80C086E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Haptic feedback refers to the use of tactile sensations or forces to communicate information to a user. It simulates the sense of touch, enhancing user interaction with digital systems.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BA7ACD-1E38-422B-8640-25A2F2D9B495}" type="parTrans" cxnId="{17827D43-9446-4539-8352-BA7755A2D360}">
      <dgm:prSet/>
      <dgm:spPr/>
      <dgm:t>
        <a:bodyPr/>
        <a:lstStyle/>
        <a:p>
          <a:endParaRPr lang="en-IN"/>
        </a:p>
      </dgm:t>
    </dgm:pt>
    <dgm:pt modelId="{36FF9220-9396-42A3-94AD-72B71258E511}" type="sibTrans" cxnId="{17827D43-9446-4539-8352-BA7755A2D360}">
      <dgm:prSet/>
      <dgm:spPr/>
      <dgm:t>
        <a:bodyPr/>
        <a:lstStyle/>
        <a:p>
          <a:endParaRPr lang="en-IN"/>
        </a:p>
      </dgm:t>
    </dgm:pt>
    <dgm:pt modelId="{FC1A4BF0-AB9B-4F18-8158-492C7CC24B62}" type="pres">
      <dgm:prSet presAssocID="{D833E131-FD4B-4E68-9B6B-80C69BA3EDB6}" presName="Name0" presStyleCnt="0">
        <dgm:presLayoutVars>
          <dgm:dir/>
          <dgm:animLvl val="lvl"/>
          <dgm:resizeHandles val="exact"/>
        </dgm:presLayoutVars>
      </dgm:prSet>
      <dgm:spPr/>
    </dgm:pt>
    <dgm:pt modelId="{4474E42A-6F4C-4334-837E-FFB899F2E80A}" type="pres">
      <dgm:prSet presAssocID="{25398AAF-1378-4C1E-A3C3-399E5C3EF5CB}" presName="linNode" presStyleCnt="0"/>
      <dgm:spPr/>
    </dgm:pt>
    <dgm:pt modelId="{1836812A-2982-4053-A8B4-FD427C4849DB}" type="pres">
      <dgm:prSet presAssocID="{25398AAF-1378-4C1E-A3C3-399E5C3EF5CB}" presName="parTx" presStyleLbl="revTx" presStyleIdx="0" presStyleCnt="3" custScaleX="81515">
        <dgm:presLayoutVars>
          <dgm:chMax val="1"/>
          <dgm:bulletEnabled val="1"/>
        </dgm:presLayoutVars>
      </dgm:prSet>
      <dgm:spPr/>
    </dgm:pt>
    <dgm:pt modelId="{C3EBC08C-2DA7-47BF-8C26-303AF3E6A487}" type="pres">
      <dgm:prSet presAssocID="{25398AAF-1378-4C1E-A3C3-399E5C3EF5CB}" presName="bracket" presStyleLbl="parChTrans1D1" presStyleIdx="0" presStyleCnt="3" custScaleX="139502"/>
      <dgm:spPr/>
    </dgm:pt>
    <dgm:pt modelId="{C133D8BA-822F-4015-9B26-2B1F7AB1181B}" type="pres">
      <dgm:prSet presAssocID="{25398AAF-1378-4C1E-A3C3-399E5C3EF5CB}" presName="spH" presStyleCnt="0"/>
      <dgm:spPr/>
    </dgm:pt>
    <dgm:pt modelId="{CB4F1249-FBB0-4405-9888-5817DE061D87}" type="pres">
      <dgm:prSet presAssocID="{25398AAF-1378-4C1E-A3C3-399E5C3EF5CB}" presName="desTx" presStyleLbl="node1" presStyleIdx="0" presStyleCnt="3" custScaleX="146880" custScaleY="122013">
        <dgm:presLayoutVars>
          <dgm:bulletEnabled val="1"/>
        </dgm:presLayoutVars>
      </dgm:prSet>
      <dgm:spPr/>
    </dgm:pt>
    <dgm:pt modelId="{59AF18C7-AF5A-43AC-B028-A0DA59317499}" type="pres">
      <dgm:prSet presAssocID="{40519F12-869B-4D07-BEE7-95953AB2076B}" presName="spV" presStyleCnt="0"/>
      <dgm:spPr/>
    </dgm:pt>
    <dgm:pt modelId="{5B133AC8-095D-4C3F-B828-A32C02536CA4}" type="pres">
      <dgm:prSet presAssocID="{137B0BBD-8BAF-4778-94DC-8AB70DF6E691}" presName="linNode" presStyleCnt="0"/>
      <dgm:spPr/>
    </dgm:pt>
    <dgm:pt modelId="{10D5658E-9B77-412C-A953-ED170B1795AC}" type="pres">
      <dgm:prSet presAssocID="{137B0BBD-8BAF-4778-94DC-8AB70DF6E691}" presName="parTx" presStyleLbl="revTx" presStyleIdx="1" presStyleCnt="3" custScaleX="75342" custLinFactNeighborX="22168">
        <dgm:presLayoutVars>
          <dgm:chMax val="1"/>
          <dgm:bulletEnabled val="1"/>
        </dgm:presLayoutVars>
      </dgm:prSet>
      <dgm:spPr/>
    </dgm:pt>
    <dgm:pt modelId="{074CA39A-D537-49B9-9E09-DF84181F1BC0}" type="pres">
      <dgm:prSet presAssocID="{137B0BBD-8BAF-4778-94DC-8AB70DF6E691}" presName="bracket" presStyleLbl="parChTrans1D1" presStyleIdx="1" presStyleCnt="3" custScaleX="139502" custScaleY="91302" custLinFactNeighborX="80999" custLinFactNeighborY="1528"/>
      <dgm:spPr/>
    </dgm:pt>
    <dgm:pt modelId="{187ECD9F-B1D2-4BA4-B706-A7F04D6A9455}" type="pres">
      <dgm:prSet presAssocID="{137B0BBD-8BAF-4778-94DC-8AB70DF6E691}" presName="spH" presStyleCnt="0"/>
      <dgm:spPr/>
    </dgm:pt>
    <dgm:pt modelId="{1EF4FC3F-3E71-4978-82E7-69B156BBE160}" type="pres">
      <dgm:prSet presAssocID="{137B0BBD-8BAF-4778-94DC-8AB70DF6E691}" presName="desTx" presStyleLbl="node1" presStyleIdx="1" presStyleCnt="3" custScaleX="139502" custLinFactNeighborX="55420">
        <dgm:presLayoutVars>
          <dgm:bulletEnabled val="1"/>
        </dgm:presLayoutVars>
      </dgm:prSet>
      <dgm:spPr/>
    </dgm:pt>
    <dgm:pt modelId="{1E585EC9-A2D3-40CE-B100-256CD184FAB2}" type="pres">
      <dgm:prSet presAssocID="{B4668559-13BC-40C1-9AB9-392724BB8450}" presName="spV" presStyleCnt="0"/>
      <dgm:spPr/>
    </dgm:pt>
    <dgm:pt modelId="{808F5178-DC4C-4558-9951-3C4F4FC07009}" type="pres">
      <dgm:prSet presAssocID="{0D344D5B-2B77-4D42-BF65-73786AC8E8EA}" presName="linNode" presStyleCnt="0"/>
      <dgm:spPr/>
    </dgm:pt>
    <dgm:pt modelId="{4DB62B4C-B52F-49CD-AD5A-3A39CC050D64}" type="pres">
      <dgm:prSet presAssocID="{0D344D5B-2B77-4D42-BF65-73786AC8E8EA}" presName="parTx" presStyleLbl="revTx" presStyleIdx="2" presStyleCnt="3" custScaleX="85432" custScaleY="147873" custLinFactNeighborX="1401" custLinFactNeighborY="-7448">
        <dgm:presLayoutVars>
          <dgm:chMax val="1"/>
          <dgm:bulletEnabled val="1"/>
        </dgm:presLayoutVars>
      </dgm:prSet>
      <dgm:spPr/>
    </dgm:pt>
    <dgm:pt modelId="{E12A0B69-7C4B-4134-8CB9-C040D4BA1728}" type="pres">
      <dgm:prSet presAssocID="{0D344D5B-2B77-4D42-BF65-73786AC8E8EA}" presName="bracket" presStyleLbl="parChTrans1D1" presStyleIdx="2" presStyleCnt="3" custScaleX="139502" custScaleY="88786" custLinFactNeighborX="57411" custLinFactNeighborY="-2786"/>
      <dgm:spPr/>
    </dgm:pt>
    <dgm:pt modelId="{F24D0482-9C1F-4CD1-9260-1A07D464D4CB}" type="pres">
      <dgm:prSet presAssocID="{0D344D5B-2B77-4D42-BF65-73786AC8E8EA}" presName="spH" presStyleCnt="0"/>
      <dgm:spPr/>
    </dgm:pt>
    <dgm:pt modelId="{8E8E9317-90B0-45F9-AB69-CF470F283CF2}" type="pres">
      <dgm:prSet presAssocID="{0D344D5B-2B77-4D42-BF65-73786AC8E8EA}" presName="desTx" presStyleLbl="node1" presStyleIdx="2" presStyleCnt="3" custScaleX="149786" custLinFactNeighborX="-7923" custLinFactNeighborY="558">
        <dgm:presLayoutVars>
          <dgm:bulletEnabled val="1"/>
        </dgm:presLayoutVars>
      </dgm:prSet>
      <dgm:spPr/>
    </dgm:pt>
  </dgm:ptLst>
  <dgm:cxnLst>
    <dgm:cxn modelId="{DE9E3E16-4D95-48C1-ABF9-AA336F4E3E0D}" type="presOf" srcId="{99883900-8FDC-4B31-988A-2CD9A80C086E}" destId="{CB4F1249-FBB0-4405-9888-5817DE061D87}" srcOrd="0" destOrd="0" presId="urn:diagrams.loki3.com/BracketList"/>
    <dgm:cxn modelId="{FABE7F2D-BA99-4BC9-ADE9-B968894FA4F4}" srcId="{0D344D5B-2B77-4D42-BF65-73786AC8E8EA}" destId="{C7BDF49C-2848-44FE-A82D-3DE9D86CC944}" srcOrd="1" destOrd="0" parTransId="{74539083-F3A0-4F55-A748-DD9F3D7DCB6E}" sibTransId="{EA53E22A-9A1B-4CB6-BA7F-7C1D6340182C}"/>
    <dgm:cxn modelId="{0FADAF31-E744-46F0-90A9-934CFE4A1499}" srcId="{137B0BBD-8BAF-4778-94DC-8AB70DF6E691}" destId="{B48F0585-D049-4F71-A1BF-53B8FF9A0319}" srcOrd="0" destOrd="0" parTransId="{F2EA7744-019D-48C9-BB6C-63656F3AD183}" sibTransId="{8750D775-5B0F-455B-8D04-C89432DD30DF}"/>
    <dgm:cxn modelId="{17827D43-9446-4539-8352-BA7755A2D360}" srcId="{25398AAF-1378-4C1E-A3C3-399E5C3EF5CB}" destId="{99883900-8FDC-4B31-988A-2CD9A80C086E}" srcOrd="0" destOrd="0" parTransId="{98BA7ACD-1E38-422B-8640-25A2F2D9B495}" sibTransId="{36FF9220-9396-42A3-94AD-72B71258E511}"/>
    <dgm:cxn modelId="{E49C8E43-736C-436F-8FEA-E0303EBB74F9}" type="presOf" srcId="{25398AAF-1378-4C1E-A3C3-399E5C3EF5CB}" destId="{1836812A-2982-4053-A8B4-FD427C4849DB}" srcOrd="0" destOrd="0" presId="urn:diagrams.loki3.com/BracketList"/>
    <dgm:cxn modelId="{FD32AA4A-7BC3-4EB4-8002-D44B280B9C7A}" type="presOf" srcId="{ABA76B41-7313-4F81-8CE9-89CFD653ABF9}" destId="{8E8E9317-90B0-45F9-AB69-CF470F283CF2}" srcOrd="0" destOrd="0" presId="urn:diagrams.loki3.com/BracketList"/>
    <dgm:cxn modelId="{0A54F86C-990C-4628-8485-A7AAE3C4A87F}" type="presOf" srcId="{137B0BBD-8BAF-4778-94DC-8AB70DF6E691}" destId="{10D5658E-9B77-412C-A953-ED170B1795AC}" srcOrd="0" destOrd="0" presId="urn:diagrams.loki3.com/BracketList"/>
    <dgm:cxn modelId="{E83F7252-0754-48D4-9127-80E467051BCF}" srcId="{D833E131-FD4B-4E68-9B6B-80C69BA3EDB6}" destId="{25398AAF-1378-4C1E-A3C3-399E5C3EF5CB}" srcOrd="0" destOrd="0" parTransId="{F23B8358-7BF4-4F72-BA50-5D029FAF2C68}" sibTransId="{40519F12-869B-4D07-BEE7-95953AB2076B}"/>
    <dgm:cxn modelId="{684D5276-0E7B-493E-9AA8-F9326E854C1D}" type="presOf" srcId="{BAA3E7E8-752A-494E-B871-B15AD2373DDC}" destId="{1EF4FC3F-3E71-4978-82E7-69B156BBE160}" srcOrd="0" destOrd="2" presId="urn:diagrams.loki3.com/BracketList"/>
    <dgm:cxn modelId="{0B69EE56-16B0-43F4-B30E-0F82A1C882D2}" srcId="{D833E131-FD4B-4E68-9B6B-80C69BA3EDB6}" destId="{137B0BBD-8BAF-4778-94DC-8AB70DF6E691}" srcOrd="1" destOrd="0" parTransId="{B59A2D9F-5EAA-4169-AA5B-E0C495490898}" sibTransId="{B4668559-13BC-40C1-9AB9-392724BB8450}"/>
    <dgm:cxn modelId="{DE5CD058-91C4-4A8D-9C32-1B45438CD142}" srcId="{D833E131-FD4B-4E68-9B6B-80C69BA3EDB6}" destId="{0D344D5B-2B77-4D42-BF65-73786AC8E8EA}" srcOrd="2" destOrd="0" parTransId="{7863A731-967B-4D2F-878E-C7CB8D599D29}" sibTransId="{B13C3ECC-8947-4775-9A17-F5B0F687E804}"/>
    <dgm:cxn modelId="{2BB67F5A-A4DB-4CA9-8F54-A70A6AAB6D40}" srcId="{0D344D5B-2B77-4D42-BF65-73786AC8E8EA}" destId="{ABA76B41-7313-4F81-8CE9-89CFD653ABF9}" srcOrd="0" destOrd="0" parTransId="{4BC1E4C9-CB57-481C-B744-0874F48B7572}" sibTransId="{9DCDF2D2-87C9-47DC-BEEF-2E92B3A8B8DE}"/>
    <dgm:cxn modelId="{1F7D4F7B-78E9-4D5F-B5D6-FE913F753397}" srcId="{137B0BBD-8BAF-4778-94DC-8AB70DF6E691}" destId="{BAA3E7E8-752A-494E-B871-B15AD2373DDC}" srcOrd="2" destOrd="0" parTransId="{E6D5D7EC-E3D2-48D7-A7DD-A31B4E4D0289}" sibTransId="{A6466729-E1F7-4E92-AC02-21523C95D640}"/>
    <dgm:cxn modelId="{171F8C89-C101-4CAE-8852-A1E7AD423D7C}" type="presOf" srcId="{C7BDF49C-2848-44FE-A82D-3DE9D86CC944}" destId="{8E8E9317-90B0-45F9-AB69-CF470F283CF2}" srcOrd="0" destOrd="1" presId="urn:diagrams.loki3.com/BracketList"/>
    <dgm:cxn modelId="{7A647A8E-A174-44CF-9D33-B109C5D48357}" type="presOf" srcId="{B48F0585-D049-4F71-A1BF-53B8FF9A0319}" destId="{1EF4FC3F-3E71-4978-82E7-69B156BBE160}" srcOrd="0" destOrd="0" presId="urn:diagrams.loki3.com/BracketList"/>
    <dgm:cxn modelId="{9E142AA1-88F2-40D7-B8B7-85AE8D55E9C3}" type="presOf" srcId="{D833E131-FD4B-4E68-9B6B-80C69BA3EDB6}" destId="{FC1A4BF0-AB9B-4F18-8158-492C7CC24B62}" srcOrd="0" destOrd="0" presId="urn:diagrams.loki3.com/BracketList"/>
    <dgm:cxn modelId="{FE8962BD-32E6-4A16-918C-1A6192E20304}" type="presOf" srcId="{0D344D5B-2B77-4D42-BF65-73786AC8E8EA}" destId="{4DB62B4C-B52F-49CD-AD5A-3A39CC050D64}" srcOrd="0" destOrd="0" presId="urn:diagrams.loki3.com/BracketList"/>
    <dgm:cxn modelId="{0E6B77E2-9331-4E8B-9FEE-56E70510F673}" srcId="{0D344D5B-2B77-4D42-BF65-73786AC8E8EA}" destId="{8B39D455-9660-46C5-8114-C2CFE60C7795}" srcOrd="2" destOrd="0" parTransId="{563FC1A0-05DB-4E02-953A-02A727CA97AC}" sibTransId="{B78D28FB-944E-4C41-8553-7E43D4CB5FD2}"/>
    <dgm:cxn modelId="{E97259EE-38D0-49C3-8273-B8099A07EB1B}" srcId="{137B0BBD-8BAF-4778-94DC-8AB70DF6E691}" destId="{60CB64E0-2A29-42E8-83AA-78A776712D26}" srcOrd="1" destOrd="0" parTransId="{16932B0C-87BC-4AD8-BF4A-5E695C42EECC}" sibTransId="{0AA0A377-C419-4F18-9F26-2A3C6913E22F}"/>
    <dgm:cxn modelId="{9B3978F6-93D6-4B00-A9BF-86F70A8284C2}" type="presOf" srcId="{60CB64E0-2A29-42E8-83AA-78A776712D26}" destId="{1EF4FC3F-3E71-4978-82E7-69B156BBE160}" srcOrd="0" destOrd="1" presId="urn:diagrams.loki3.com/BracketList"/>
    <dgm:cxn modelId="{0623CAF8-BDB1-4F69-93EF-BCCA2A001592}" type="presOf" srcId="{8B39D455-9660-46C5-8114-C2CFE60C7795}" destId="{8E8E9317-90B0-45F9-AB69-CF470F283CF2}" srcOrd="0" destOrd="2" presId="urn:diagrams.loki3.com/BracketList"/>
    <dgm:cxn modelId="{9CC327A3-41B2-4C92-9A64-E3AA40BA074E}" type="presParOf" srcId="{FC1A4BF0-AB9B-4F18-8158-492C7CC24B62}" destId="{4474E42A-6F4C-4334-837E-FFB899F2E80A}" srcOrd="0" destOrd="0" presId="urn:diagrams.loki3.com/BracketList"/>
    <dgm:cxn modelId="{7D433D47-F109-4475-8721-C16A1CF6F0C3}" type="presParOf" srcId="{4474E42A-6F4C-4334-837E-FFB899F2E80A}" destId="{1836812A-2982-4053-A8B4-FD427C4849DB}" srcOrd="0" destOrd="0" presId="urn:diagrams.loki3.com/BracketList"/>
    <dgm:cxn modelId="{DEC5663E-FBF2-4A6D-8583-5C713BDFE7B3}" type="presParOf" srcId="{4474E42A-6F4C-4334-837E-FFB899F2E80A}" destId="{C3EBC08C-2DA7-47BF-8C26-303AF3E6A487}" srcOrd="1" destOrd="0" presId="urn:diagrams.loki3.com/BracketList"/>
    <dgm:cxn modelId="{B68B7B1B-88F9-45BD-A926-35B8DFF0B5B9}" type="presParOf" srcId="{4474E42A-6F4C-4334-837E-FFB899F2E80A}" destId="{C133D8BA-822F-4015-9B26-2B1F7AB1181B}" srcOrd="2" destOrd="0" presId="urn:diagrams.loki3.com/BracketList"/>
    <dgm:cxn modelId="{2F05C8BB-E854-47FA-8D01-692967BE2FAE}" type="presParOf" srcId="{4474E42A-6F4C-4334-837E-FFB899F2E80A}" destId="{CB4F1249-FBB0-4405-9888-5817DE061D87}" srcOrd="3" destOrd="0" presId="urn:diagrams.loki3.com/BracketList"/>
    <dgm:cxn modelId="{5C3120CF-5284-41E0-AF1D-6F35A12FCCB8}" type="presParOf" srcId="{FC1A4BF0-AB9B-4F18-8158-492C7CC24B62}" destId="{59AF18C7-AF5A-43AC-B028-A0DA59317499}" srcOrd="1" destOrd="0" presId="urn:diagrams.loki3.com/BracketList"/>
    <dgm:cxn modelId="{E08DC75C-6C26-4F93-906B-7E5F0B9AB1C9}" type="presParOf" srcId="{FC1A4BF0-AB9B-4F18-8158-492C7CC24B62}" destId="{5B133AC8-095D-4C3F-B828-A32C02536CA4}" srcOrd="2" destOrd="0" presId="urn:diagrams.loki3.com/BracketList"/>
    <dgm:cxn modelId="{A6F9EF94-B22B-4694-BF1A-8E695C0FAAF2}" type="presParOf" srcId="{5B133AC8-095D-4C3F-B828-A32C02536CA4}" destId="{10D5658E-9B77-412C-A953-ED170B1795AC}" srcOrd="0" destOrd="0" presId="urn:diagrams.loki3.com/BracketList"/>
    <dgm:cxn modelId="{7F3A92C4-0534-4BDC-AEAD-C6332D9BE90C}" type="presParOf" srcId="{5B133AC8-095D-4C3F-B828-A32C02536CA4}" destId="{074CA39A-D537-49B9-9E09-DF84181F1BC0}" srcOrd="1" destOrd="0" presId="urn:diagrams.loki3.com/BracketList"/>
    <dgm:cxn modelId="{19DC4E12-C62F-4AA7-9D67-976F46420CDC}" type="presParOf" srcId="{5B133AC8-095D-4C3F-B828-A32C02536CA4}" destId="{187ECD9F-B1D2-4BA4-B706-A7F04D6A9455}" srcOrd="2" destOrd="0" presId="urn:diagrams.loki3.com/BracketList"/>
    <dgm:cxn modelId="{07EF67AC-5E91-4D68-A90E-2E4ACC5090C8}" type="presParOf" srcId="{5B133AC8-095D-4C3F-B828-A32C02536CA4}" destId="{1EF4FC3F-3E71-4978-82E7-69B156BBE160}" srcOrd="3" destOrd="0" presId="urn:diagrams.loki3.com/BracketList"/>
    <dgm:cxn modelId="{BE466E4F-9CF8-466F-B03A-DD8D3B2BD3CA}" type="presParOf" srcId="{FC1A4BF0-AB9B-4F18-8158-492C7CC24B62}" destId="{1E585EC9-A2D3-40CE-B100-256CD184FAB2}" srcOrd="3" destOrd="0" presId="urn:diagrams.loki3.com/BracketList"/>
    <dgm:cxn modelId="{45A2A3C0-43F4-4BA9-B221-802806B4B9B2}" type="presParOf" srcId="{FC1A4BF0-AB9B-4F18-8158-492C7CC24B62}" destId="{808F5178-DC4C-4558-9951-3C4F4FC07009}" srcOrd="4" destOrd="0" presId="urn:diagrams.loki3.com/BracketList"/>
    <dgm:cxn modelId="{E06C9EDB-8488-4AA9-86C4-EAD8422B5696}" type="presParOf" srcId="{808F5178-DC4C-4558-9951-3C4F4FC07009}" destId="{4DB62B4C-B52F-49CD-AD5A-3A39CC050D64}" srcOrd="0" destOrd="0" presId="urn:diagrams.loki3.com/BracketList"/>
    <dgm:cxn modelId="{1609690A-AF3B-4983-9834-63D11B1A173F}" type="presParOf" srcId="{808F5178-DC4C-4558-9951-3C4F4FC07009}" destId="{E12A0B69-7C4B-4134-8CB9-C040D4BA1728}" srcOrd="1" destOrd="0" presId="urn:diagrams.loki3.com/BracketList"/>
    <dgm:cxn modelId="{1E51C4D2-B914-4952-925B-627C8E50523C}" type="presParOf" srcId="{808F5178-DC4C-4558-9951-3C4F4FC07009}" destId="{F24D0482-9C1F-4CD1-9260-1A07D464D4CB}" srcOrd="2" destOrd="0" presId="urn:diagrams.loki3.com/BracketList"/>
    <dgm:cxn modelId="{456719A1-F8BE-4C0F-B5CC-D457092FF3DF}" type="presParOf" srcId="{808F5178-DC4C-4558-9951-3C4F4FC07009}" destId="{8E8E9317-90B0-45F9-AB69-CF470F283CF2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1CAF72-9B00-4BDE-93CE-0F24210CC7E7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B26C1FF-25FF-4CC2-85F1-6B736757A6A4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Sensory Perception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D0565D-B5BE-4F49-809F-A98986D5CF48}" type="parTrans" cxnId="{A59F349F-42FD-4E46-B8DC-62DF2DE2484A}">
      <dgm:prSet/>
      <dgm:spPr/>
      <dgm:t>
        <a:bodyPr/>
        <a:lstStyle/>
        <a:p>
          <a:endParaRPr lang="en-IN"/>
        </a:p>
      </dgm:t>
    </dgm:pt>
    <dgm:pt modelId="{DC7951D2-9B34-4D85-8AD4-3748436CAF71}" type="sibTrans" cxnId="{A59F349F-42FD-4E46-B8DC-62DF2DE2484A}">
      <dgm:prSet custT="1"/>
      <dgm:spPr/>
      <dgm:t>
        <a:bodyPr/>
        <a:lstStyle/>
        <a:p>
          <a:endParaRPr lang="en-IN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970F7B-753B-4812-BF6A-A868FCBDC1FA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Haptic Rendering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0FFE06-4854-481A-B7D3-237C35270137}" type="parTrans" cxnId="{251B1E63-46E5-45D7-AFBA-4D7C92FB78B9}">
      <dgm:prSet/>
      <dgm:spPr/>
      <dgm:t>
        <a:bodyPr/>
        <a:lstStyle/>
        <a:p>
          <a:endParaRPr lang="en-IN"/>
        </a:p>
      </dgm:t>
    </dgm:pt>
    <dgm:pt modelId="{4CA921F0-E974-434E-B156-ED37804FFF1B}" type="sibTrans" cxnId="{251B1E63-46E5-45D7-AFBA-4D7C92FB78B9}">
      <dgm:prSet custT="1"/>
      <dgm:spPr/>
      <dgm:t>
        <a:bodyPr/>
        <a:lstStyle/>
        <a:p>
          <a:endParaRPr lang="en-IN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BCEF2E-CA0A-4341-9186-4CC5D818F040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Actuator Response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C40BF1-A414-40D9-AB3F-379A7282F956}" type="parTrans" cxnId="{0732BC91-40B9-4F59-A187-B38EBD0FE2EA}">
      <dgm:prSet/>
      <dgm:spPr/>
      <dgm:t>
        <a:bodyPr/>
        <a:lstStyle/>
        <a:p>
          <a:endParaRPr lang="en-IN"/>
        </a:p>
      </dgm:t>
    </dgm:pt>
    <dgm:pt modelId="{09831B56-BDFE-4552-AF7F-C9BBA9FD3973}" type="sibTrans" cxnId="{0732BC91-40B9-4F59-A187-B38EBD0FE2EA}">
      <dgm:prSet custT="1"/>
      <dgm:spPr/>
      <dgm:t>
        <a:bodyPr/>
        <a:lstStyle/>
        <a:p>
          <a:endParaRPr lang="en-IN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A4E916-0E26-45F9-B761-1477DAF0567E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Sensory Feedback Loop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75FE0E-2C8A-402C-B631-F09DB6127513}" type="parTrans" cxnId="{43E6C59C-4003-44F7-90E8-819CF3A5A2EF}">
      <dgm:prSet/>
      <dgm:spPr/>
      <dgm:t>
        <a:bodyPr/>
        <a:lstStyle/>
        <a:p>
          <a:endParaRPr lang="en-IN"/>
        </a:p>
      </dgm:t>
    </dgm:pt>
    <dgm:pt modelId="{A1D7E0E1-90AF-4FFE-86CB-0EB16D967BE3}" type="sibTrans" cxnId="{43E6C59C-4003-44F7-90E8-819CF3A5A2EF}">
      <dgm:prSet/>
      <dgm:spPr/>
      <dgm:t>
        <a:bodyPr/>
        <a:lstStyle/>
        <a:p>
          <a:endParaRPr lang="en-IN"/>
        </a:p>
      </dgm:t>
    </dgm:pt>
    <dgm:pt modelId="{04FDAFFC-B8FB-4A74-850A-2771AEAB9000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Position tracking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A9BFF3-8CDF-4C3C-BFF5-69BFCDFAE2B3}" type="parTrans" cxnId="{9D0CCB03-F793-41FF-8193-3F02F1C986AA}">
      <dgm:prSet/>
      <dgm:spPr/>
      <dgm:t>
        <a:bodyPr/>
        <a:lstStyle/>
        <a:p>
          <a:endParaRPr lang="en-IN"/>
        </a:p>
      </dgm:t>
    </dgm:pt>
    <dgm:pt modelId="{C2802DD1-76B6-4CBD-91D6-9E7D60DB5528}" type="sibTrans" cxnId="{9D0CCB03-F793-41FF-8193-3F02F1C986AA}">
      <dgm:prSet/>
      <dgm:spPr/>
      <dgm:t>
        <a:bodyPr/>
        <a:lstStyle/>
        <a:p>
          <a:endParaRPr lang="en-IN"/>
        </a:p>
      </dgm:t>
    </dgm:pt>
    <dgm:pt modelId="{D390BD14-141B-4DFD-A2A0-30025AEAECFF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Force calculation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B2110B-F605-4B7C-986C-DA0F7232151A}" type="parTrans" cxnId="{320A58BC-E482-404B-8A34-AB12374BD68C}">
      <dgm:prSet/>
      <dgm:spPr/>
      <dgm:t>
        <a:bodyPr/>
        <a:lstStyle/>
        <a:p>
          <a:endParaRPr lang="en-IN"/>
        </a:p>
      </dgm:t>
    </dgm:pt>
    <dgm:pt modelId="{9AB4AB9B-16D0-4524-88AA-B5C33A075C93}" type="sibTrans" cxnId="{320A58BC-E482-404B-8A34-AB12374BD68C}">
      <dgm:prSet/>
      <dgm:spPr/>
      <dgm:t>
        <a:bodyPr/>
        <a:lstStyle/>
        <a:p>
          <a:endParaRPr lang="en-IN"/>
        </a:p>
      </dgm:t>
    </dgm:pt>
    <dgm:pt modelId="{F7DC9A20-B624-4A5E-93E3-6983830B7AE0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Vibrotactile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C8C13E-57CB-457C-9D4E-82DD37E990FB}" type="parTrans" cxnId="{547B6C50-373B-4B7F-A51A-1CEBC014AD2F}">
      <dgm:prSet/>
      <dgm:spPr/>
      <dgm:t>
        <a:bodyPr/>
        <a:lstStyle/>
        <a:p>
          <a:endParaRPr lang="en-IN"/>
        </a:p>
      </dgm:t>
    </dgm:pt>
    <dgm:pt modelId="{8D7E6130-B2BE-452E-9D8D-8E58F1A6BA5E}" type="sibTrans" cxnId="{547B6C50-373B-4B7F-A51A-1CEBC014AD2F}">
      <dgm:prSet/>
      <dgm:spPr/>
      <dgm:t>
        <a:bodyPr/>
        <a:lstStyle/>
        <a:p>
          <a:endParaRPr lang="en-IN"/>
        </a:p>
      </dgm:t>
    </dgm:pt>
    <dgm:pt modelId="{C34036BE-591C-4903-B08B-58D16BED9316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Force feedback (Force reflecting)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A16C32-8245-41D3-91B4-A92611B2BAB3}" type="parTrans" cxnId="{6AE0ED0E-59B7-4D33-999B-01FB4B3E33BB}">
      <dgm:prSet/>
      <dgm:spPr/>
      <dgm:t>
        <a:bodyPr/>
        <a:lstStyle/>
        <a:p>
          <a:endParaRPr lang="en-IN"/>
        </a:p>
      </dgm:t>
    </dgm:pt>
    <dgm:pt modelId="{A7557461-B448-4F70-A498-FEA775ACF1B6}" type="sibTrans" cxnId="{6AE0ED0E-59B7-4D33-999B-01FB4B3E33BB}">
      <dgm:prSet/>
      <dgm:spPr/>
      <dgm:t>
        <a:bodyPr/>
        <a:lstStyle/>
        <a:p>
          <a:endParaRPr lang="en-IN"/>
        </a:p>
      </dgm:t>
    </dgm:pt>
    <dgm:pt modelId="{2B56CB26-1375-4142-B570-873324F214B1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Collision detection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404ACF-7C5B-47D0-AF94-43B24B2573F2}" type="parTrans" cxnId="{9BEF1CB6-4E53-4441-A043-AD7F1C3A0F16}">
      <dgm:prSet/>
      <dgm:spPr/>
      <dgm:t>
        <a:bodyPr/>
        <a:lstStyle/>
        <a:p>
          <a:endParaRPr lang="en-IN"/>
        </a:p>
      </dgm:t>
    </dgm:pt>
    <dgm:pt modelId="{03D46944-E959-488D-A309-56AA197199DA}" type="sibTrans" cxnId="{9BEF1CB6-4E53-4441-A043-AD7F1C3A0F16}">
      <dgm:prSet/>
      <dgm:spPr/>
      <dgm:t>
        <a:bodyPr/>
        <a:lstStyle/>
        <a:p>
          <a:endParaRPr lang="en-IN"/>
        </a:p>
      </dgm:t>
    </dgm:pt>
    <dgm:pt modelId="{83F8CAA9-BE2A-431B-B0B1-A06FBBF39FB4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Signal generation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5942DE-8838-480F-A464-1459A7DDF23D}" type="parTrans" cxnId="{13490ACB-A800-4DFD-ADD7-3E90A4CE6771}">
      <dgm:prSet/>
      <dgm:spPr/>
      <dgm:t>
        <a:bodyPr/>
        <a:lstStyle/>
        <a:p>
          <a:endParaRPr lang="en-IN"/>
        </a:p>
      </dgm:t>
    </dgm:pt>
    <dgm:pt modelId="{58450160-7701-42AB-AE3B-575767296B81}" type="sibTrans" cxnId="{13490ACB-A800-4DFD-ADD7-3E90A4CE6771}">
      <dgm:prSet/>
      <dgm:spPr/>
      <dgm:t>
        <a:bodyPr/>
        <a:lstStyle/>
        <a:p>
          <a:endParaRPr lang="en-IN"/>
        </a:p>
      </dgm:t>
    </dgm:pt>
    <dgm:pt modelId="{A4640CAE-3F5E-4EA4-B44B-EE1E6AE52EDC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Solenoid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FF7A31-BAAB-46AF-9E52-283D7C70A3B6}" type="parTrans" cxnId="{BED11030-DBAF-4E85-8DF6-B99EC2762675}">
      <dgm:prSet/>
      <dgm:spPr/>
      <dgm:t>
        <a:bodyPr/>
        <a:lstStyle/>
        <a:p>
          <a:endParaRPr lang="en-IN"/>
        </a:p>
      </dgm:t>
    </dgm:pt>
    <dgm:pt modelId="{DB24F52B-CCD8-424C-B0A2-C81BADB855AE}" type="sibTrans" cxnId="{BED11030-DBAF-4E85-8DF6-B99EC2762675}">
      <dgm:prSet/>
      <dgm:spPr/>
      <dgm:t>
        <a:bodyPr/>
        <a:lstStyle/>
        <a:p>
          <a:endParaRPr lang="en-IN"/>
        </a:p>
      </dgm:t>
    </dgm:pt>
    <dgm:pt modelId="{771E0713-883C-4BA3-A1AB-EABA6000F438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Shape Memory Alloys (SMAs)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EDC8805-56F7-4E85-8ADC-B8771749AF4D}" type="parTrans" cxnId="{8816EDF4-07DE-4C50-A265-9727CE5A8DF0}">
      <dgm:prSet/>
      <dgm:spPr/>
      <dgm:t>
        <a:bodyPr/>
        <a:lstStyle/>
        <a:p>
          <a:endParaRPr lang="en-IN"/>
        </a:p>
      </dgm:t>
    </dgm:pt>
    <dgm:pt modelId="{2A67B30A-D279-43E8-95A0-C4B69AF17DD4}" type="sibTrans" cxnId="{8816EDF4-07DE-4C50-A265-9727CE5A8DF0}">
      <dgm:prSet/>
      <dgm:spPr/>
      <dgm:t>
        <a:bodyPr/>
        <a:lstStyle/>
        <a:p>
          <a:endParaRPr lang="en-IN"/>
        </a:p>
      </dgm:t>
    </dgm:pt>
    <dgm:pt modelId="{16E9F6C7-F508-4521-89FE-CA414F22AFA5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Tactile feedback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CCE5B0-4D06-4C3D-9C47-DA0521F80D10}" type="parTrans" cxnId="{A7685BDB-09C6-46CB-AC11-7ABF9BED4B02}">
      <dgm:prSet/>
      <dgm:spPr/>
      <dgm:t>
        <a:bodyPr/>
        <a:lstStyle/>
        <a:p>
          <a:endParaRPr lang="en-IN"/>
        </a:p>
      </dgm:t>
    </dgm:pt>
    <dgm:pt modelId="{CB82ED10-D392-467D-B8CD-588FD3A7F13C}" type="sibTrans" cxnId="{A7685BDB-09C6-46CB-AC11-7ABF9BED4B02}">
      <dgm:prSet/>
      <dgm:spPr/>
      <dgm:t>
        <a:bodyPr/>
        <a:lstStyle/>
        <a:p>
          <a:endParaRPr lang="en-IN"/>
        </a:p>
      </dgm:t>
    </dgm:pt>
    <dgm:pt modelId="{6BE06F18-6E0F-4B4F-95D0-ADA6A6141498}" type="pres">
      <dgm:prSet presAssocID="{D51CAF72-9B00-4BDE-93CE-0F24210CC7E7}" presName="linearFlow" presStyleCnt="0">
        <dgm:presLayoutVars>
          <dgm:dir/>
          <dgm:animLvl val="lvl"/>
          <dgm:resizeHandles val="exact"/>
        </dgm:presLayoutVars>
      </dgm:prSet>
      <dgm:spPr/>
    </dgm:pt>
    <dgm:pt modelId="{40ACBFA0-5E83-4D9A-8D48-CE7CA9D6B8E3}" type="pres">
      <dgm:prSet presAssocID="{6B26C1FF-25FF-4CC2-85F1-6B736757A6A4}" presName="composite" presStyleCnt="0"/>
      <dgm:spPr/>
    </dgm:pt>
    <dgm:pt modelId="{EEE6EDDB-9EFC-4F7E-A53A-1658189A933D}" type="pres">
      <dgm:prSet presAssocID="{6B26C1FF-25FF-4CC2-85F1-6B736757A6A4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63F953F-C6D0-4716-A59F-31E58E0A2829}" type="pres">
      <dgm:prSet presAssocID="{6B26C1FF-25FF-4CC2-85F1-6B736757A6A4}" presName="parSh" presStyleLbl="node1" presStyleIdx="0" presStyleCnt="4" custScaleX="110930" custScaleY="92645" custLinFactNeighborX="6762" custLinFactNeighborY="-1200"/>
      <dgm:spPr/>
    </dgm:pt>
    <dgm:pt modelId="{87D17840-93CD-460B-B7B7-51E32797130B}" type="pres">
      <dgm:prSet presAssocID="{6B26C1FF-25FF-4CC2-85F1-6B736757A6A4}" presName="desTx" presStyleLbl="fgAcc1" presStyleIdx="0" presStyleCnt="4" custScaleX="102128" custScaleY="44036" custLinFactNeighborX="21503" custLinFactNeighborY="-25188">
        <dgm:presLayoutVars>
          <dgm:bulletEnabled val="1"/>
        </dgm:presLayoutVars>
      </dgm:prSet>
      <dgm:spPr/>
    </dgm:pt>
    <dgm:pt modelId="{0C29D95C-21D0-4C91-80B9-D849D110FBDB}" type="pres">
      <dgm:prSet presAssocID="{DC7951D2-9B34-4D85-8AD4-3748436CAF71}" presName="sibTrans" presStyleLbl="sibTrans2D1" presStyleIdx="0" presStyleCnt="3"/>
      <dgm:spPr/>
    </dgm:pt>
    <dgm:pt modelId="{FFA795C5-5CB4-41E1-B9F3-07A7426BF3BE}" type="pres">
      <dgm:prSet presAssocID="{DC7951D2-9B34-4D85-8AD4-3748436CAF71}" presName="connTx" presStyleLbl="sibTrans2D1" presStyleIdx="0" presStyleCnt="3"/>
      <dgm:spPr/>
    </dgm:pt>
    <dgm:pt modelId="{DA547931-4A9D-447A-B86D-306CF95F423F}" type="pres">
      <dgm:prSet presAssocID="{43970F7B-753B-4812-BF6A-A868FCBDC1FA}" presName="composite" presStyleCnt="0"/>
      <dgm:spPr/>
    </dgm:pt>
    <dgm:pt modelId="{860B891D-C43B-4EC5-BF98-51C3AE1863FA}" type="pres">
      <dgm:prSet presAssocID="{43970F7B-753B-4812-BF6A-A868FCBDC1FA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4C94675-C713-4863-A9C0-85236C789E04}" type="pres">
      <dgm:prSet presAssocID="{43970F7B-753B-4812-BF6A-A868FCBDC1FA}" presName="parSh" presStyleLbl="node1" presStyleIdx="1" presStyleCnt="4" custLinFactNeighborX="0" custLinFactNeighborY="-1"/>
      <dgm:spPr/>
    </dgm:pt>
    <dgm:pt modelId="{7C3508DA-86EE-4258-8330-921C79375415}" type="pres">
      <dgm:prSet presAssocID="{43970F7B-753B-4812-BF6A-A868FCBDC1FA}" presName="desTx" presStyleLbl="fgAcc1" presStyleIdx="1" presStyleCnt="4" custScaleX="112305" custScaleY="39731" custLinFactNeighborX="9780" custLinFactNeighborY="-28248">
        <dgm:presLayoutVars>
          <dgm:bulletEnabled val="1"/>
        </dgm:presLayoutVars>
      </dgm:prSet>
      <dgm:spPr/>
    </dgm:pt>
    <dgm:pt modelId="{BD2F4077-8B48-4DE2-8D0E-486267B33DE5}" type="pres">
      <dgm:prSet presAssocID="{4CA921F0-E974-434E-B156-ED37804FFF1B}" presName="sibTrans" presStyleLbl="sibTrans2D1" presStyleIdx="1" presStyleCnt="3"/>
      <dgm:spPr/>
    </dgm:pt>
    <dgm:pt modelId="{36019859-F8D6-4DAE-8048-796AE55E16EF}" type="pres">
      <dgm:prSet presAssocID="{4CA921F0-E974-434E-B156-ED37804FFF1B}" presName="connTx" presStyleLbl="sibTrans2D1" presStyleIdx="1" presStyleCnt="3"/>
      <dgm:spPr/>
    </dgm:pt>
    <dgm:pt modelId="{9FD32213-E922-48BD-A846-2C46C54811C6}" type="pres">
      <dgm:prSet presAssocID="{CBBCEF2E-CA0A-4341-9186-4CC5D818F040}" presName="composite" presStyleCnt="0"/>
      <dgm:spPr/>
    </dgm:pt>
    <dgm:pt modelId="{3ACB23DB-FB26-4E89-A114-FEC1DCB510C7}" type="pres">
      <dgm:prSet presAssocID="{CBBCEF2E-CA0A-4341-9186-4CC5D818F040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AB7E762-4869-47D9-8BDE-C13F2C0E043D}" type="pres">
      <dgm:prSet presAssocID="{CBBCEF2E-CA0A-4341-9186-4CC5D818F040}" presName="parSh" presStyleLbl="node1" presStyleIdx="2" presStyleCnt="4" custLinFactNeighborX="1731" custLinFactNeighborY="0"/>
      <dgm:spPr/>
    </dgm:pt>
    <dgm:pt modelId="{E86BBF6B-909E-4C98-8B56-95CC9D0ED307}" type="pres">
      <dgm:prSet presAssocID="{CBBCEF2E-CA0A-4341-9186-4CC5D818F040}" presName="desTx" presStyleLbl="fgAcc1" presStyleIdx="2" presStyleCnt="4" custScaleX="128134" custScaleY="42159" custLinFactNeighborX="13259" custLinFactNeighborY="-27058">
        <dgm:presLayoutVars>
          <dgm:bulletEnabled val="1"/>
        </dgm:presLayoutVars>
      </dgm:prSet>
      <dgm:spPr/>
    </dgm:pt>
    <dgm:pt modelId="{C4C83862-3191-4DE8-8722-68311F232689}" type="pres">
      <dgm:prSet presAssocID="{09831B56-BDFE-4552-AF7F-C9BBA9FD3973}" presName="sibTrans" presStyleLbl="sibTrans2D1" presStyleIdx="2" presStyleCnt="3"/>
      <dgm:spPr/>
    </dgm:pt>
    <dgm:pt modelId="{FF15E613-7F6E-4FB4-AFCF-DF33ACB4671B}" type="pres">
      <dgm:prSet presAssocID="{09831B56-BDFE-4552-AF7F-C9BBA9FD3973}" presName="connTx" presStyleLbl="sibTrans2D1" presStyleIdx="2" presStyleCnt="3"/>
      <dgm:spPr/>
    </dgm:pt>
    <dgm:pt modelId="{5F92C1FA-CBFC-4040-8B11-62074202519F}" type="pres">
      <dgm:prSet presAssocID="{31A4E916-0E26-45F9-B761-1477DAF0567E}" presName="composite" presStyleCnt="0"/>
      <dgm:spPr/>
    </dgm:pt>
    <dgm:pt modelId="{5A36C542-8BA7-444E-84EE-3548612AF080}" type="pres">
      <dgm:prSet presAssocID="{31A4E916-0E26-45F9-B761-1477DAF0567E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511B883-A0B8-43D0-86D0-A7CE64345A65}" type="pres">
      <dgm:prSet presAssocID="{31A4E916-0E26-45F9-B761-1477DAF0567E}" presName="parSh" presStyleLbl="node1" presStyleIdx="3" presStyleCnt="4" custLinFactNeighborX="-16731" custLinFactNeighborY="-10380"/>
      <dgm:spPr/>
    </dgm:pt>
    <dgm:pt modelId="{F1657538-4025-4BC1-A478-4353F84DF739}" type="pres">
      <dgm:prSet presAssocID="{31A4E916-0E26-45F9-B761-1477DAF0567E}" presName="desTx" presStyleLbl="fgAcc1" presStyleIdx="3" presStyleCnt="4" custScaleX="125243" custScaleY="38324" custLinFactNeighborX="-176" custLinFactNeighborY="-30087">
        <dgm:presLayoutVars>
          <dgm:bulletEnabled val="1"/>
        </dgm:presLayoutVars>
      </dgm:prSet>
      <dgm:spPr/>
    </dgm:pt>
  </dgm:ptLst>
  <dgm:cxnLst>
    <dgm:cxn modelId="{869D2701-B911-43A7-86DA-0744F92D9753}" type="presOf" srcId="{31A4E916-0E26-45F9-B761-1477DAF0567E}" destId="{6511B883-A0B8-43D0-86D0-A7CE64345A65}" srcOrd="1" destOrd="0" presId="urn:microsoft.com/office/officeart/2005/8/layout/process3"/>
    <dgm:cxn modelId="{B090EF01-E227-4487-A047-B87D41A76D07}" type="presOf" srcId="{4CA921F0-E974-434E-B156-ED37804FFF1B}" destId="{36019859-F8D6-4DAE-8048-796AE55E16EF}" srcOrd="1" destOrd="0" presId="urn:microsoft.com/office/officeart/2005/8/layout/process3"/>
    <dgm:cxn modelId="{73589902-1C56-4A20-A362-70B02B76B9B2}" type="presOf" srcId="{43970F7B-753B-4812-BF6A-A868FCBDC1FA}" destId="{64C94675-C713-4863-A9C0-85236C789E04}" srcOrd="1" destOrd="0" presId="urn:microsoft.com/office/officeart/2005/8/layout/process3"/>
    <dgm:cxn modelId="{9D0CCB03-F793-41FF-8193-3F02F1C986AA}" srcId="{6B26C1FF-25FF-4CC2-85F1-6B736757A6A4}" destId="{04FDAFFC-B8FB-4A74-850A-2771AEAB9000}" srcOrd="0" destOrd="0" parTransId="{94A9BFF3-8CDF-4C3C-BFF5-69BFCDFAE2B3}" sibTransId="{C2802DD1-76B6-4CBD-91D6-9E7D60DB5528}"/>
    <dgm:cxn modelId="{6F9A7C0B-DB7F-46A5-B657-B2B5CF6F6EA5}" type="presOf" srcId="{04FDAFFC-B8FB-4A74-850A-2771AEAB9000}" destId="{87D17840-93CD-460B-B7B7-51E32797130B}" srcOrd="0" destOrd="0" presId="urn:microsoft.com/office/officeart/2005/8/layout/process3"/>
    <dgm:cxn modelId="{6AE0ED0E-59B7-4D33-999B-01FB4B3E33BB}" srcId="{31A4E916-0E26-45F9-B761-1477DAF0567E}" destId="{C34036BE-591C-4903-B08B-58D16BED9316}" srcOrd="0" destOrd="0" parTransId="{43A16C32-8245-41D3-91B4-A92611B2BAB3}" sibTransId="{A7557461-B448-4F70-A498-FEA775ACF1B6}"/>
    <dgm:cxn modelId="{9E36600F-A5F9-4E4A-8B6B-DAB7FF1C1A5A}" type="presOf" srcId="{16E9F6C7-F508-4521-89FE-CA414F22AFA5}" destId="{F1657538-4025-4BC1-A478-4353F84DF739}" srcOrd="0" destOrd="1" presId="urn:microsoft.com/office/officeart/2005/8/layout/process3"/>
    <dgm:cxn modelId="{BED11030-DBAF-4E85-8DF6-B99EC2762675}" srcId="{CBBCEF2E-CA0A-4341-9186-4CC5D818F040}" destId="{A4640CAE-3F5E-4EA4-B44B-EE1E6AE52EDC}" srcOrd="1" destOrd="0" parTransId="{13FF7A31-BAAB-46AF-9E52-283D7C70A3B6}" sibTransId="{DB24F52B-CCD8-424C-B0A2-C81BADB855AE}"/>
    <dgm:cxn modelId="{0703913D-B914-48C9-8963-BB6DB4552F4F}" type="presOf" srcId="{DC7951D2-9B34-4D85-8AD4-3748436CAF71}" destId="{FFA795C5-5CB4-41E1-B9F3-07A7426BF3BE}" srcOrd="1" destOrd="0" presId="urn:microsoft.com/office/officeart/2005/8/layout/process3"/>
    <dgm:cxn modelId="{9A886442-338B-4DB3-AB91-FAEF9CBA63AB}" type="presOf" srcId="{D390BD14-141B-4DFD-A2A0-30025AEAECFF}" destId="{7C3508DA-86EE-4258-8330-921C79375415}" srcOrd="0" destOrd="0" presId="urn:microsoft.com/office/officeart/2005/8/layout/process3"/>
    <dgm:cxn modelId="{251B1E63-46E5-45D7-AFBA-4D7C92FB78B9}" srcId="{D51CAF72-9B00-4BDE-93CE-0F24210CC7E7}" destId="{43970F7B-753B-4812-BF6A-A868FCBDC1FA}" srcOrd="1" destOrd="0" parTransId="{530FFE06-4854-481A-B7D3-237C35270137}" sibTransId="{4CA921F0-E974-434E-B156-ED37804FFF1B}"/>
    <dgm:cxn modelId="{668B6A47-1352-4BCA-9CE3-ABA35F9C29EF}" type="presOf" srcId="{83F8CAA9-BE2A-431B-B0B1-A06FBBF39FB4}" destId="{7C3508DA-86EE-4258-8330-921C79375415}" srcOrd="0" destOrd="1" presId="urn:microsoft.com/office/officeart/2005/8/layout/process3"/>
    <dgm:cxn modelId="{9E314869-2449-45D8-BA59-EF4D40BE9B07}" type="presOf" srcId="{771E0713-883C-4BA3-A1AB-EABA6000F438}" destId="{E86BBF6B-909E-4C98-8B56-95CC9D0ED307}" srcOrd="0" destOrd="2" presId="urn:microsoft.com/office/officeart/2005/8/layout/process3"/>
    <dgm:cxn modelId="{27F9CA4E-8D1C-4066-828D-372E1928DA15}" type="presOf" srcId="{31A4E916-0E26-45F9-B761-1477DAF0567E}" destId="{5A36C542-8BA7-444E-84EE-3548612AF080}" srcOrd="0" destOrd="0" presId="urn:microsoft.com/office/officeart/2005/8/layout/process3"/>
    <dgm:cxn modelId="{547B6C50-373B-4B7F-A51A-1CEBC014AD2F}" srcId="{CBBCEF2E-CA0A-4341-9186-4CC5D818F040}" destId="{F7DC9A20-B624-4A5E-93E3-6983830B7AE0}" srcOrd="0" destOrd="0" parTransId="{A7C8C13E-57CB-457C-9D4E-82DD37E990FB}" sibTransId="{8D7E6130-B2BE-452E-9D8D-8E58F1A6BA5E}"/>
    <dgm:cxn modelId="{B9E77751-3F69-4EA3-A32E-6F72D66AF18D}" type="presOf" srcId="{6B26C1FF-25FF-4CC2-85F1-6B736757A6A4}" destId="{363F953F-C6D0-4716-A59F-31E58E0A2829}" srcOrd="1" destOrd="0" presId="urn:microsoft.com/office/officeart/2005/8/layout/process3"/>
    <dgm:cxn modelId="{D9969857-A095-4F1B-8B39-8D62676CA697}" type="presOf" srcId="{2B56CB26-1375-4142-B570-873324F214B1}" destId="{87D17840-93CD-460B-B7B7-51E32797130B}" srcOrd="0" destOrd="1" presId="urn:microsoft.com/office/officeart/2005/8/layout/process3"/>
    <dgm:cxn modelId="{2A07F677-ED7B-4D47-82DD-9CC478BC784C}" type="presOf" srcId="{D51CAF72-9B00-4BDE-93CE-0F24210CC7E7}" destId="{6BE06F18-6E0F-4B4F-95D0-ADA6A6141498}" srcOrd="0" destOrd="0" presId="urn:microsoft.com/office/officeart/2005/8/layout/process3"/>
    <dgm:cxn modelId="{0732BC91-40B9-4F59-A187-B38EBD0FE2EA}" srcId="{D51CAF72-9B00-4BDE-93CE-0F24210CC7E7}" destId="{CBBCEF2E-CA0A-4341-9186-4CC5D818F040}" srcOrd="2" destOrd="0" parTransId="{CDC40BF1-A414-40D9-AB3F-379A7282F956}" sibTransId="{09831B56-BDFE-4552-AF7F-C9BBA9FD3973}"/>
    <dgm:cxn modelId="{B365D391-5A46-4F20-92A1-7959D08137E2}" type="presOf" srcId="{4CA921F0-E974-434E-B156-ED37804FFF1B}" destId="{BD2F4077-8B48-4DE2-8D0E-486267B33DE5}" srcOrd="0" destOrd="0" presId="urn:microsoft.com/office/officeart/2005/8/layout/process3"/>
    <dgm:cxn modelId="{43E6C59C-4003-44F7-90E8-819CF3A5A2EF}" srcId="{D51CAF72-9B00-4BDE-93CE-0F24210CC7E7}" destId="{31A4E916-0E26-45F9-B761-1477DAF0567E}" srcOrd="3" destOrd="0" parTransId="{7F75FE0E-2C8A-402C-B631-F09DB6127513}" sibTransId="{A1D7E0E1-90AF-4FFE-86CB-0EB16D967BE3}"/>
    <dgm:cxn modelId="{4063149D-BFF6-4399-A053-D03D4F662A80}" type="presOf" srcId="{43970F7B-753B-4812-BF6A-A868FCBDC1FA}" destId="{860B891D-C43B-4EC5-BF98-51C3AE1863FA}" srcOrd="0" destOrd="0" presId="urn:microsoft.com/office/officeart/2005/8/layout/process3"/>
    <dgm:cxn modelId="{A59F349F-42FD-4E46-B8DC-62DF2DE2484A}" srcId="{D51CAF72-9B00-4BDE-93CE-0F24210CC7E7}" destId="{6B26C1FF-25FF-4CC2-85F1-6B736757A6A4}" srcOrd="0" destOrd="0" parTransId="{C2D0565D-B5BE-4F49-809F-A98986D5CF48}" sibTransId="{DC7951D2-9B34-4D85-8AD4-3748436CAF71}"/>
    <dgm:cxn modelId="{8CE0FCA9-BBDD-443D-836F-6912B5F6E5BA}" type="presOf" srcId="{DC7951D2-9B34-4D85-8AD4-3748436CAF71}" destId="{0C29D95C-21D0-4C91-80B9-D849D110FBDB}" srcOrd="0" destOrd="0" presId="urn:microsoft.com/office/officeart/2005/8/layout/process3"/>
    <dgm:cxn modelId="{23DBC2B3-68A6-4B44-AB8E-5C7B0DE5FF1A}" type="presOf" srcId="{F7DC9A20-B624-4A5E-93E3-6983830B7AE0}" destId="{E86BBF6B-909E-4C98-8B56-95CC9D0ED307}" srcOrd="0" destOrd="0" presId="urn:microsoft.com/office/officeart/2005/8/layout/process3"/>
    <dgm:cxn modelId="{9BEF1CB6-4E53-4441-A043-AD7F1C3A0F16}" srcId="{6B26C1FF-25FF-4CC2-85F1-6B736757A6A4}" destId="{2B56CB26-1375-4142-B570-873324F214B1}" srcOrd="1" destOrd="0" parTransId="{00404ACF-7C5B-47D0-AF94-43B24B2573F2}" sibTransId="{03D46944-E959-488D-A309-56AA197199DA}"/>
    <dgm:cxn modelId="{320A58BC-E482-404B-8A34-AB12374BD68C}" srcId="{43970F7B-753B-4812-BF6A-A868FCBDC1FA}" destId="{D390BD14-141B-4DFD-A2A0-30025AEAECFF}" srcOrd="0" destOrd="0" parTransId="{64B2110B-F605-4B7C-986C-DA0F7232151A}" sibTransId="{9AB4AB9B-16D0-4524-88AA-B5C33A075C93}"/>
    <dgm:cxn modelId="{BD5818C3-3D4E-48E2-9CA9-C208A0F5A756}" type="presOf" srcId="{CBBCEF2E-CA0A-4341-9186-4CC5D818F040}" destId="{6AB7E762-4869-47D9-8BDE-C13F2C0E043D}" srcOrd="1" destOrd="0" presId="urn:microsoft.com/office/officeart/2005/8/layout/process3"/>
    <dgm:cxn modelId="{048C5BC7-8558-4A22-8414-C26C0A77B153}" type="presOf" srcId="{CBBCEF2E-CA0A-4341-9186-4CC5D818F040}" destId="{3ACB23DB-FB26-4E89-A114-FEC1DCB510C7}" srcOrd="0" destOrd="0" presId="urn:microsoft.com/office/officeart/2005/8/layout/process3"/>
    <dgm:cxn modelId="{D42319CA-EE3E-4F61-8C65-2911E2BECC62}" type="presOf" srcId="{C34036BE-591C-4903-B08B-58D16BED9316}" destId="{F1657538-4025-4BC1-A478-4353F84DF739}" srcOrd="0" destOrd="0" presId="urn:microsoft.com/office/officeart/2005/8/layout/process3"/>
    <dgm:cxn modelId="{13490ACB-A800-4DFD-ADD7-3E90A4CE6771}" srcId="{43970F7B-753B-4812-BF6A-A868FCBDC1FA}" destId="{83F8CAA9-BE2A-431B-B0B1-A06FBBF39FB4}" srcOrd="1" destOrd="0" parTransId="{575942DE-8838-480F-A464-1459A7DDF23D}" sibTransId="{58450160-7701-42AB-AE3B-575767296B81}"/>
    <dgm:cxn modelId="{D351ADCE-01B6-455F-ABB7-84C9FF673EEF}" type="presOf" srcId="{A4640CAE-3F5E-4EA4-B44B-EE1E6AE52EDC}" destId="{E86BBF6B-909E-4C98-8B56-95CC9D0ED307}" srcOrd="0" destOrd="1" presId="urn:microsoft.com/office/officeart/2005/8/layout/process3"/>
    <dgm:cxn modelId="{72F126DB-D772-43E4-BE51-CE8164FA880B}" type="presOf" srcId="{6B26C1FF-25FF-4CC2-85F1-6B736757A6A4}" destId="{EEE6EDDB-9EFC-4F7E-A53A-1658189A933D}" srcOrd="0" destOrd="0" presId="urn:microsoft.com/office/officeart/2005/8/layout/process3"/>
    <dgm:cxn modelId="{A7685BDB-09C6-46CB-AC11-7ABF9BED4B02}" srcId="{31A4E916-0E26-45F9-B761-1477DAF0567E}" destId="{16E9F6C7-F508-4521-89FE-CA414F22AFA5}" srcOrd="1" destOrd="0" parTransId="{8FCCE5B0-4D06-4C3D-9C47-DA0521F80D10}" sibTransId="{CB82ED10-D392-467D-B8CD-588FD3A7F13C}"/>
    <dgm:cxn modelId="{97F3D4EA-3D62-434E-9A93-C5E51DEFE398}" type="presOf" srcId="{09831B56-BDFE-4552-AF7F-C9BBA9FD3973}" destId="{FF15E613-7F6E-4FB4-AFCF-DF33ACB4671B}" srcOrd="1" destOrd="0" presId="urn:microsoft.com/office/officeart/2005/8/layout/process3"/>
    <dgm:cxn modelId="{8816EDF4-07DE-4C50-A265-9727CE5A8DF0}" srcId="{CBBCEF2E-CA0A-4341-9186-4CC5D818F040}" destId="{771E0713-883C-4BA3-A1AB-EABA6000F438}" srcOrd="2" destOrd="0" parTransId="{0EDC8805-56F7-4E85-8ADC-B8771749AF4D}" sibTransId="{2A67B30A-D279-43E8-95A0-C4B69AF17DD4}"/>
    <dgm:cxn modelId="{B05CC6FB-6119-4A50-8EE9-157AE42B21D2}" type="presOf" srcId="{09831B56-BDFE-4552-AF7F-C9BBA9FD3973}" destId="{C4C83862-3191-4DE8-8722-68311F232689}" srcOrd="0" destOrd="0" presId="urn:microsoft.com/office/officeart/2005/8/layout/process3"/>
    <dgm:cxn modelId="{69240F14-A7C7-4663-B497-D40EB0BD5BAC}" type="presParOf" srcId="{6BE06F18-6E0F-4B4F-95D0-ADA6A6141498}" destId="{40ACBFA0-5E83-4D9A-8D48-CE7CA9D6B8E3}" srcOrd="0" destOrd="0" presId="urn:microsoft.com/office/officeart/2005/8/layout/process3"/>
    <dgm:cxn modelId="{56230B15-6A26-4D0B-95F7-83FC9511782C}" type="presParOf" srcId="{40ACBFA0-5E83-4D9A-8D48-CE7CA9D6B8E3}" destId="{EEE6EDDB-9EFC-4F7E-A53A-1658189A933D}" srcOrd="0" destOrd="0" presId="urn:microsoft.com/office/officeart/2005/8/layout/process3"/>
    <dgm:cxn modelId="{5D4CBBF9-33F2-40D1-BC33-92CE06399C57}" type="presParOf" srcId="{40ACBFA0-5E83-4D9A-8D48-CE7CA9D6B8E3}" destId="{363F953F-C6D0-4716-A59F-31E58E0A2829}" srcOrd="1" destOrd="0" presId="urn:microsoft.com/office/officeart/2005/8/layout/process3"/>
    <dgm:cxn modelId="{E0DB0471-37F4-4C77-9F26-D2757DDC228E}" type="presParOf" srcId="{40ACBFA0-5E83-4D9A-8D48-CE7CA9D6B8E3}" destId="{87D17840-93CD-460B-B7B7-51E32797130B}" srcOrd="2" destOrd="0" presId="urn:microsoft.com/office/officeart/2005/8/layout/process3"/>
    <dgm:cxn modelId="{36EBCB77-DF44-4BFE-A2EA-B0538198E6C6}" type="presParOf" srcId="{6BE06F18-6E0F-4B4F-95D0-ADA6A6141498}" destId="{0C29D95C-21D0-4C91-80B9-D849D110FBDB}" srcOrd="1" destOrd="0" presId="urn:microsoft.com/office/officeart/2005/8/layout/process3"/>
    <dgm:cxn modelId="{D92DDECA-3966-46B0-BEB7-09A0AE2BF15D}" type="presParOf" srcId="{0C29D95C-21D0-4C91-80B9-D849D110FBDB}" destId="{FFA795C5-5CB4-41E1-B9F3-07A7426BF3BE}" srcOrd="0" destOrd="0" presId="urn:microsoft.com/office/officeart/2005/8/layout/process3"/>
    <dgm:cxn modelId="{5E838263-582F-4DFE-94B5-11AE5E6F65E7}" type="presParOf" srcId="{6BE06F18-6E0F-4B4F-95D0-ADA6A6141498}" destId="{DA547931-4A9D-447A-B86D-306CF95F423F}" srcOrd="2" destOrd="0" presId="urn:microsoft.com/office/officeart/2005/8/layout/process3"/>
    <dgm:cxn modelId="{AE6F4B55-114A-4FA1-B4C0-267296D96F36}" type="presParOf" srcId="{DA547931-4A9D-447A-B86D-306CF95F423F}" destId="{860B891D-C43B-4EC5-BF98-51C3AE1863FA}" srcOrd="0" destOrd="0" presId="urn:microsoft.com/office/officeart/2005/8/layout/process3"/>
    <dgm:cxn modelId="{3DF06B61-9F31-49FA-8AB1-E4B1458C717A}" type="presParOf" srcId="{DA547931-4A9D-447A-B86D-306CF95F423F}" destId="{64C94675-C713-4863-A9C0-85236C789E04}" srcOrd="1" destOrd="0" presId="urn:microsoft.com/office/officeart/2005/8/layout/process3"/>
    <dgm:cxn modelId="{1BC90011-43B2-441A-AD69-6861BB7AE98B}" type="presParOf" srcId="{DA547931-4A9D-447A-B86D-306CF95F423F}" destId="{7C3508DA-86EE-4258-8330-921C79375415}" srcOrd="2" destOrd="0" presId="urn:microsoft.com/office/officeart/2005/8/layout/process3"/>
    <dgm:cxn modelId="{E2E4F000-506B-44A1-93B3-7E7F4FAC5277}" type="presParOf" srcId="{6BE06F18-6E0F-4B4F-95D0-ADA6A6141498}" destId="{BD2F4077-8B48-4DE2-8D0E-486267B33DE5}" srcOrd="3" destOrd="0" presId="urn:microsoft.com/office/officeart/2005/8/layout/process3"/>
    <dgm:cxn modelId="{9B4EC38A-7C4B-4BCA-872E-692822B83F34}" type="presParOf" srcId="{BD2F4077-8B48-4DE2-8D0E-486267B33DE5}" destId="{36019859-F8D6-4DAE-8048-796AE55E16EF}" srcOrd="0" destOrd="0" presId="urn:microsoft.com/office/officeart/2005/8/layout/process3"/>
    <dgm:cxn modelId="{E23F4745-D1CB-4EA5-A00B-82A4DAF41952}" type="presParOf" srcId="{6BE06F18-6E0F-4B4F-95D0-ADA6A6141498}" destId="{9FD32213-E922-48BD-A846-2C46C54811C6}" srcOrd="4" destOrd="0" presId="urn:microsoft.com/office/officeart/2005/8/layout/process3"/>
    <dgm:cxn modelId="{441F24AF-D1BB-48C0-8DD4-B170B14F8B37}" type="presParOf" srcId="{9FD32213-E922-48BD-A846-2C46C54811C6}" destId="{3ACB23DB-FB26-4E89-A114-FEC1DCB510C7}" srcOrd="0" destOrd="0" presId="urn:microsoft.com/office/officeart/2005/8/layout/process3"/>
    <dgm:cxn modelId="{4D086264-9A8B-482B-9C4C-FF97A0FF8E01}" type="presParOf" srcId="{9FD32213-E922-48BD-A846-2C46C54811C6}" destId="{6AB7E762-4869-47D9-8BDE-C13F2C0E043D}" srcOrd="1" destOrd="0" presId="urn:microsoft.com/office/officeart/2005/8/layout/process3"/>
    <dgm:cxn modelId="{0FFB0F1C-31B6-4283-B2A5-6C4B9EFC42DC}" type="presParOf" srcId="{9FD32213-E922-48BD-A846-2C46C54811C6}" destId="{E86BBF6B-909E-4C98-8B56-95CC9D0ED307}" srcOrd="2" destOrd="0" presId="urn:microsoft.com/office/officeart/2005/8/layout/process3"/>
    <dgm:cxn modelId="{E32F7FB8-954D-4134-9510-20B0CBAE3D95}" type="presParOf" srcId="{6BE06F18-6E0F-4B4F-95D0-ADA6A6141498}" destId="{C4C83862-3191-4DE8-8722-68311F232689}" srcOrd="5" destOrd="0" presId="urn:microsoft.com/office/officeart/2005/8/layout/process3"/>
    <dgm:cxn modelId="{E14668E7-5CCF-4DA3-BAEC-82ED05806D1E}" type="presParOf" srcId="{C4C83862-3191-4DE8-8722-68311F232689}" destId="{FF15E613-7F6E-4FB4-AFCF-DF33ACB4671B}" srcOrd="0" destOrd="0" presId="urn:microsoft.com/office/officeart/2005/8/layout/process3"/>
    <dgm:cxn modelId="{9DF92766-958B-471C-BAF4-F85C6C84144F}" type="presParOf" srcId="{6BE06F18-6E0F-4B4F-95D0-ADA6A6141498}" destId="{5F92C1FA-CBFC-4040-8B11-62074202519F}" srcOrd="6" destOrd="0" presId="urn:microsoft.com/office/officeart/2005/8/layout/process3"/>
    <dgm:cxn modelId="{46301E2A-81C9-4CE9-84A3-C9B6B20A263B}" type="presParOf" srcId="{5F92C1FA-CBFC-4040-8B11-62074202519F}" destId="{5A36C542-8BA7-444E-84EE-3548612AF080}" srcOrd="0" destOrd="0" presId="urn:microsoft.com/office/officeart/2005/8/layout/process3"/>
    <dgm:cxn modelId="{6515FC0D-48CB-4C89-A36F-B53C331885F0}" type="presParOf" srcId="{5F92C1FA-CBFC-4040-8B11-62074202519F}" destId="{6511B883-A0B8-43D0-86D0-A7CE64345A65}" srcOrd="1" destOrd="0" presId="urn:microsoft.com/office/officeart/2005/8/layout/process3"/>
    <dgm:cxn modelId="{D01D0701-0925-494F-AF88-0257E72393E5}" type="presParOf" srcId="{5F92C1FA-CBFC-4040-8B11-62074202519F}" destId="{F1657538-4025-4BC1-A478-4353F84DF73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63EB88-BD2E-4C38-9A25-5E558F70DA5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D65E850-DE07-4F4D-B10F-EE26890E1BB2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Haptic Interface Device (HID)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176C08-E6F4-4231-83C3-7CD2026DA59C}" type="parTrans" cxnId="{8A34F97C-1316-48BB-BB22-711BDB95C8CC}">
      <dgm:prSet/>
      <dgm:spPr/>
      <dgm:t>
        <a:bodyPr/>
        <a:lstStyle/>
        <a:p>
          <a:endParaRPr lang="en-IN"/>
        </a:p>
      </dgm:t>
    </dgm:pt>
    <dgm:pt modelId="{DA6BA97E-4486-43DA-8BBD-E186190B5ECF}" type="sibTrans" cxnId="{8A34F97C-1316-48BB-BB22-711BDB95C8CC}">
      <dgm:prSet/>
      <dgm:spPr/>
      <dgm:t>
        <a:bodyPr/>
        <a:lstStyle/>
        <a:p>
          <a:endParaRPr lang="en-IN"/>
        </a:p>
      </dgm:t>
    </dgm:pt>
    <dgm:pt modelId="{482E76E2-E515-4AF8-9D02-E5C36C351FFB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Haptic Control Unit (HCU)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9F68A5-D0D9-4143-8989-D7EBCA540D3E}" type="parTrans" cxnId="{DB728B76-C618-4131-83C9-A0887790E83A}">
      <dgm:prSet/>
      <dgm:spPr/>
      <dgm:t>
        <a:bodyPr/>
        <a:lstStyle/>
        <a:p>
          <a:endParaRPr lang="en-IN"/>
        </a:p>
      </dgm:t>
    </dgm:pt>
    <dgm:pt modelId="{B105BD49-BD9C-4F73-9817-DF9A35E1FE7A}" type="sibTrans" cxnId="{DB728B76-C618-4131-83C9-A0887790E83A}">
      <dgm:prSet/>
      <dgm:spPr/>
      <dgm:t>
        <a:bodyPr/>
        <a:lstStyle/>
        <a:p>
          <a:endParaRPr lang="en-IN"/>
        </a:p>
      </dgm:t>
    </dgm:pt>
    <dgm:pt modelId="{DED7D6B9-DEC6-4A69-BBE8-D5860A327F66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Software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F3C7CF-42E6-47E0-A9BB-6C22AB7493E7}" type="parTrans" cxnId="{9A7BCB38-F580-41A7-A7AA-14D56701EB2B}">
      <dgm:prSet/>
      <dgm:spPr/>
      <dgm:t>
        <a:bodyPr/>
        <a:lstStyle/>
        <a:p>
          <a:endParaRPr lang="en-IN"/>
        </a:p>
      </dgm:t>
    </dgm:pt>
    <dgm:pt modelId="{F5834FF0-9DBD-4B2B-97E4-D37075420571}" type="sibTrans" cxnId="{9A7BCB38-F580-41A7-A7AA-14D56701EB2B}">
      <dgm:prSet/>
      <dgm:spPr/>
      <dgm:t>
        <a:bodyPr/>
        <a:lstStyle/>
        <a:p>
          <a:endParaRPr lang="en-IN"/>
        </a:p>
      </dgm:t>
    </dgm:pt>
    <dgm:pt modelId="{4E4BD001-6652-40B0-A67F-32D87A08E7E7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Communication Interface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DD24858-B335-4502-B89E-6A39145C668D}" type="parTrans" cxnId="{FE5050E1-D5B4-4AB4-80F2-118A460E9980}">
      <dgm:prSet/>
      <dgm:spPr/>
      <dgm:t>
        <a:bodyPr/>
        <a:lstStyle/>
        <a:p>
          <a:endParaRPr lang="en-IN"/>
        </a:p>
      </dgm:t>
    </dgm:pt>
    <dgm:pt modelId="{19825BA7-94D0-4E1D-960C-AAB018C2F7FC}" type="sibTrans" cxnId="{FE5050E1-D5B4-4AB4-80F2-118A460E9980}">
      <dgm:prSet/>
      <dgm:spPr/>
      <dgm:t>
        <a:bodyPr/>
        <a:lstStyle/>
        <a:p>
          <a:endParaRPr lang="en-IN"/>
        </a:p>
      </dgm:t>
    </dgm:pt>
    <dgm:pt modelId="{59A2AC0D-6D20-439C-8F3A-2290DC3D98A3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This is the physical device the user interacts with, like a glove, stylus, or controller. It houses sensors and actuators.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AFD1B4-9439-4EDF-9595-B1D8A8635C10}" type="parTrans" cxnId="{9E33A8CF-8D39-436B-BE0D-1944D7DE62C9}">
      <dgm:prSet/>
      <dgm:spPr/>
      <dgm:t>
        <a:bodyPr/>
        <a:lstStyle/>
        <a:p>
          <a:endParaRPr lang="en-IN"/>
        </a:p>
      </dgm:t>
    </dgm:pt>
    <dgm:pt modelId="{D4374FB5-58E9-45A5-BBB2-7AEF52635962}" type="sibTrans" cxnId="{9E33A8CF-8D39-436B-BE0D-1944D7DE62C9}">
      <dgm:prSet/>
      <dgm:spPr/>
      <dgm:t>
        <a:bodyPr/>
        <a:lstStyle/>
        <a:p>
          <a:endParaRPr lang="en-IN"/>
        </a:p>
      </dgm:t>
    </dgm:pt>
    <dgm:pt modelId="{9F2400CD-4D0C-4CB3-B545-E2B3E3CEA9C7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This is the processing unit that receives data from sensors, runs haptic rendering algorithms, and sends signals to actuators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E5A0E0-9DA4-483F-B562-EAAF5346C35E}" type="parTrans" cxnId="{56CDD478-A28D-4B76-BF2D-D062CDF50220}">
      <dgm:prSet/>
      <dgm:spPr/>
      <dgm:t>
        <a:bodyPr/>
        <a:lstStyle/>
        <a:p>
          <a:endParaRPr lang="en-IN"/>
        </a:p>
      </dgm:t>
    </dgm:pt>
    <dgm:pt modelId="{64436CA1-35FB-416D-B858-92056EA4AE68}" type="sibTrans" cxnId="{56CDD478-A28D-4B76-BF2D-D062CDF50220}">
      <dgm:prSet/>
      <dgm:spPr/>
      <dgm:t>
        <a:bodyPr/>
        <a:lstStyle/>
        <a:p>
          <a:endParaRPr lang="en-IN"/>
        </a:p>
      </dgm:t>
    </dgm:pt>
    <dgm:pt modelId="{6FDEFDB1-E83D-488D-A0C5-F23A6DEC750F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Haptic rendering software interprets user actions, calculates appropriate forces, and controls the HCU.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0E7D8F-2801-4D24-BC3B-E99C4798966E}" type="parTrans" cxnId="{A40F24DC-434E-4E98-B3C5-866052251C0A}">
      <dgm:prSet/>
      <dgm:spPr/>
      <dgm:t>
        <a:bodyPr/>
        <a:lstStyle/>
        <a:p>
          <a:endParaRPr lang="en-IN"/>
        </a:p>
      </dgm:t>
    </dgm:pt>
    <dgm:pt modelId="{D7B2D3C5-2E33-42EC-BD45-83111DC24C85}" type="sibTrans" cxnId="{A40F24DC-434E-4E98-B3C5-866052251C0A}">
      <dgm:prSet/>
      <dgm:spPr/>
      <dgm:t>
        <a:bodyPr/>
        <a:lstStyle/>
        <a:p>
          <a:endParaRPr lang="en-IN"/>
        </a:p>
      </dgm:t>
    </dgm:pt>
    <dgm:pt modelId="{AAA93AD8-B6E6-4D61-A2B0-8D1E386427BA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This connects the HCU to the computer system generating the virtual environment or application.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E4A7EF-544A-4CF4-8B65-7B5FC4E49B59}" type="parTrans" cxnId="{F9D61B51-742F-4BED-A202-82E78AA75584}">
      <dgm:prSet/>
      <dgm:spPr/>
      <dgm:t>
        <a:bodyPr/>
        <a:lstStyle/>
        <a:p>
          <a:endParaRPr lang="en-IN"/>
        </a:p>
      </dgm:t>
    </dgm:pt>
    <dgm:pt modelId="{6827B8D2-0853-4AFB-A9D1-C6283A2E1CE2}" type="sibTrans" cxnId="{F9D61B51-742F-4BED-A202-82E78AA75584}">
      <dgm:prSet/>
      <dgm:spPr/>
      <dgm:t>
        <a:bodyPr/>
        <a:lstStyle/>
        <a:p>
          <a:endParaRPr lang="en-IN"/>
        </a:p>
      </dgm:t>
    </dgm:pt>
    <dgm:pt modelId="{48160BCC-EC9D-4790-835E-472B6C2A7FA5}" type="pres">
      <dgm:prSet presAssocID="{4863EB88-BD2E-4C38-9A25-5E558F70DA5A}" presName="linear" presStyleCnt="0">
        <dgm:presLayoutVars>
          <dgm:dir/>
          <dgm:animLvl val="lvl"/>
          <dgm:resizeHandles val="exact"/>
        </dgm:presLayoutVars>
      </dgm:prSet>
      <dgm:spPr/>
    </dgm:pt>
    <dgm:pt modelId="{10DEFAD9-1A62-4A0A-9894-65E132E8509F}" type="pres">
      <dgm:prSet presAssocID="{8D65E850-DE07-4F4D-B10F-EE26890E1BB2}" presName="parentLin" presStyleCnt="0"/>
      <dgm:spPr/>
    </dgm:pt>
    <dgm:pt modelId="{9F17CC11-B96F-4900-BE95-556668949DA4}" type="pres">
      <dgm:prSet presAssocID="{8D65E850-DE07-4F4D-B10F-EE26890E1BB2}" presName="parentLeftMargin" presStyleLbl="node1" presStyleIdx="0" presStyleCnt="4"/>
      <dgm:spPr/>
    </dgm:pt>
    <dgm:pt modelId="{7A5D4B56-F382-4A6D-A2C9-62337146D01A}" type="pres">
      <dgm:prSet presAssocID="{8D65E850-DE07-4F4D-B10F-EE26890E1BB2}" presName="parentText" presStyleLbl="node1" presStyleIdx="0" presStyleCnt="4" custScaleX="53692" custScaleY="55324" custLinFactNeighborX="7522" custLinFactNeighborY="-19882">
        <dgm:presLayoutVars>
          <dgm:chMax val="0"/>
          <dgm:bulletEnabled val="1"/>
        </dgm:presLayoutVars>
      </dgm:prSet>
      <dgm:spPr/>
    </dgm:pt>
    <dgm:pt modelId="{E997B6F7-8F9E-4112-A2BF-505629E5DAE2}" type="pres">
      <dgm:prSet presAssocID="{8D65E850-DE07-4F4D-B10F-EE26890E1BB2}" presName="negativeSpace" presStyleCnt="0"/>
      <dgm:spPr/>
    </dgm:pt>
    <dgm:pt modelId="{EC135526-F5D0-4804-BB8A-AF67BDEE1198}" type="pres">
      <dgm:prSet presAssocID="{8D65E850-DE07-4F4D-B10F-EE26890E1BB2}" presName="childText" presStyleLbl="conFgAcc1" presStyleIdx="0" presStyleCnt="4" custScaleY="72058">
        <dgm:presLayoutVars>
          <dgm:bulletEnabled val="1"/>
        </dgm:presLayoutVars>
      </dgm:prSet>
      <dgm:spPr/>
    </dgm:pt>
    <dgm:pt modelId="{CA66A13D-C1A8-4EC5-905B-DC4529215FD2}" type="pres">
      <dgm:prSet presAssocID="{DA6BA97E-4486-43DA-8BBD-E186190B5ECF}" presName="spaceBetweenRectangles" presStyleCnt="0"/>
      <dgm:spPr/>
    </dgm:pt>
    <dgm:pt modelId="{2B45BAFF-9ED8-46E4-9D9F-07A24850E496}" type="pres">
      <dgm:prSet presAssocID="{482E76E2-E515-4AF8-9D02-E5C36C351FFB}" presName="parentLin" presStyleCnt="0"/>
      <dgm:spPr/>
    </dgm:pt>
    <dgm:pt modelId="{87C5AC32-DEC1-4786-98AF-3E0C72A32114}" type="pres">
      <dgm:prSet presAssocID="{482E76E2-E515-4AF8-9D02-E5C36C351FFB}" presName="parentLeftMargin" presStyleLbl="node1" presStyleIdx="0" presStyleCnt="4"/>
      <dgm:spPr/>
    </dgm:pt>
    <dgm:pt modelId="{E2F496AA-0B7E-4DAA-889B-E9BAC1B81BA0}" type="pres">
      <dgm:prSet presAssocID="{482E76E2-E515-4AF8-9D02-E5C36C351FFB}" presName="parentText" presStyleLbl="node1" presStyleIdx="1" presStyleCnt="4" custScaleX="54244" custScaleY="56818" custLinFactNeighborX="1820" custLinFactNeighborY="-17574">
        <dgm:presLayoutVars>
          <dgm:chMax val="0"/>
          <dgm:bulletEnabled val="1"/>
        </dgm:presLayoutVars>
      </dgm:prSet>
      <dgm:spPr/>
    </dgm:pt>
    <dgm:pt modelId="{2BE33E67-23B1-46B9-99C2-A04A8C7F3B00}" type="pres">
      <dgm:prSet presAssocID="{482E76E2-E515-4AF8-9D02-E5C36C351FFB}" presName="negativeSpace" presStyleCnt="0"/>
      <dgm:spPr/>
    </dgm:pt>
    <dgm:pt modelId="{DEBA4E27-2C8D-41EA-8731-B68452DB5BBB}" type="pres">
      <dgm:prSet presAssocID="{482E76E2-E515-4AF8-9D02-E5C36C351FFB}" presName="childText" presStyleLbl="conFgAcc1" presStyleIdx="1" presStyleCnt="4" custScaleY="71423">
        <dgm:presLayoutVars>
          <dgm:bulletEnabled val="1"/>
        </dgm:presLayoutVars>
      </dgm:prSet>
      <dgm:spPr/>
    </dgm:pt>
    <dgm:pt modelId="{09CF377D-7A93-4AC1-8F43-739846AC1BB0}" type="pres">
      <dgm:prSet presAssocID="{B105BD49-BD9C-4F73-9817-DF9A35E1FE7A}" presName="spaceBetweenRectangles" presStyleCnt="0"/>
      <dgm:spPr/>
    </dgm:pt>
    <dgm:pt modelId="{F40494D9-60B5-4E1E-976C-951D1536D9EB}" type="pres">
      <dgm:prSet presAssocID="{DED7D6B9-DEC6-4A69-BBE8-D5860A327F66}" presName="parentLin" presStyleCnt="0"/>
      <dgm:spPr/>
    </dgm:pt>
    <dgm:pt modelId="{0E42BE42-B57A-4F81-BA22-AC1E4348A0F6}" type="pres">
      <dgm:prSet presAssocID="{DED7D6B9-DEC6-4A69-BBE8-D5860A327F66}" presName="parentLeftMargin" presStyleLbl="node1" presStyleIdx="1" presStyleCnt="4"/>
      <dgm:spPr/>
    </dgm:pt>
    <dgm:pt modelId="{F0BD26A3-B95D-48BF-B7ED-0ED5A08EF40F}" type="pres">
      <dgm:prSet presAssocID="{DED7D6B9-DEC6-4A69-BBE8-D5860A327F66}" presName="parentText" presStyleLbl="node1" presStyleIdx="2" presStyleCnt="4" custScaleX="53072" custScaleY="54375" custLinFactNeighborY="-15058">
        <dgm:presLayoutVars>
          <dgm:chMax val="0"/>
          <dgm:bulletEnabled val="1"/>
        </dgm:presLayoutVars>
      </dgm:prSet>
      <dgm:spPr/>
    </dgm:pt>
    <dgm:pt modelId="{D401884F-AF91-4064-8642-1CFC0BC8FEDC}" type="pres">
      <dgm:prSet presAssocID="{DED7D6B9-DEC6-4A69-BBE8-D5860A327F66}" presName="negativeSpace" presStyleCnt="0"/>
      <dgm:spPr/>
    </dgm:pt>
    <dgm:pt modelId="{140AB9E3-D30F-45A9-B65D-79AAB205663A}" type="pres">
      <dgm:prSet presAssocID="{DED7D6B9-DEC6-4A69-BBE8-D5860A327F66}" presName="childText" presStyleLbl="conFgAcc1" presStyleIdx="2" presStyleCnt="4" custScaleY="64606">
        <dgm:presLayoutVars>
          <dgm:bulletEnabled val="1"/>
        </dgm:presLayoutVars>
      </dgm:prSet>
      <dgm:spPr/>
    </dgm:pt>
    <dgm:pt modelId="{3400ED0E-5969-413B-A1B1-B5A61E5FE284}" type="pres">
      <dgm:prSet presAssocID="{F5834FF0-9DBD-4B2B-97E4-D37075420571}" presName="spaceBetweenRectangles" presStyleCnt="0"/>
      <dgm:spPr/>
    </dgm:pt>
    <dgm:pt modelId="{EFD0D88A-A826-453F-B75F-ACD82D5B8DE7}" type="pres">
      <dgm:prSet presAssocID="{4E4BD001-6652-40B0-A67F-32D87A08E7E7}" presName="parentLin" presStyleCnt="0"/>
      <dgm:spPr/>
    </dgm:pt>
    <dgm:pt modelId="{B1A0C4E8-371A-49F9-A76C-33D47E8B3FFF}" type="pres">
      <dgm:prSet presAssocID="{4E4BD001-6652-40B0-A67F-32D87A08E7E7}" presName="parentLeftMargin" presStyleLbl="node1" presStyleIdx="2" presStyleCnt="4"/>
      <dgm:spPr/>
    </dgm:pt>
    <dgm:pt modelId="{851A2C4E-5762-441A-AA75-2CDFA776D21E}" type="pres">
      <dgm:prSet presAssocID="{4E4BD001-6652-40B0-A67F-32D87A08E7E7}" presName="parentText" presStyleLbl="node1" presStyleIdx="3" presStyleCnt="4" custScaleX="53347" custScaleY="39166" custLinFactNeighborX="-29231" custLinFactNeighborY="-15526">
        <dgm:presLayoutVars>
          <dgm:chMax val="0"/>
          <dgm:bulletEnabled val="1"/>
        </dgm:presLayoutVars>
      </dgm:prSet>
      <dgm:spPr/>
    </dgm:pt>
    <dgm:pt modelId="{B7927AE4-3E38-4045-845D-4D5B4DF12A88}" type="pres">
      <dgm:prSet presAssocID="{4E4BD001-6652-40B0-A67F-32D87A08E7E7}" presName="negativeSpace" presStyleCnt="0"/>
      <dgm:spPr/>
    </dgm:pt>
    <dgm:pt modelId="{DA4A65C3-1AE4-443C-85C3-F5C425B66368}" type="pres">
      <dgm:prSet presAssocID="{4E4BD001-6652-40B0-A67F-32D87A08E7E7}" presName="childText" presStyleLbl="conFgAcc1" presStyleIdx="3" presStyleCnt="4" custScaleY="67225">
        <dgm:presLayoutVars>
          <dgm:bulletEnabled val="1"/>
        </dgm:presLayoutVars>
      </dgm:prSet>
      <dgm:spPr/>
    </dgm:pt>
  </dgm:ptLst>
  <dgm:cxnLst>
    <dgm:cxn modelId="{4E5D7229-1654-4935-8048-3504722BA814}" type="presOf" srcId="{9F2400CD-4D0C-4CB3-B545-E2B3E3CEA9C7}" destId="{DEBA4E27-2C8D-41EA-8731-B68452DB5BBB}" srcOrd="0" destOrd="0" presId="urn:microsoft.com/office/officeart/2005/8/layout/list1"/>
    <dgm:cxn modelId="{9A7BCB38-F580-41A7-A7AA-14D56701EB2B}" srcId="{4863EB88-BD2E-4C38-9A25-5E558F70DA5A}" destId="{DED7D6B9-DEC6-4A69-BBE8-D5860A327F66}" srcOrd="2" destOrd="0" parTransId="{F0F3C7CF-42E6-47E0-A9BB-6C22AB7493E7}" sibTransId="{F5834FF0-9DBD-4B2B-97E4-D37075420571}"/>
    <dgm:cxn modelId="{ABA5F139-68D8-465F-9F5B-EB861102CE59}" type="presOf" srcId="{8D65E850-DE07-4F4D-B10F-EE26890E1BB2}" destId="{9F17CC11-B96F-4900-BE95-556668949DA4}" srcOrd="0" destOrd="0" presId="urn:microsoft.com/office/officeart/2005/8/layout/list1"/>
    <dgm:cxn modelId="{7A32063A-0BE7-4169-A6DE-D59674025FC9}" type="presOf" srcId="{482E76E2-E515-4AF8-9D02-E5C36C351FFB}" destId="{E2F496AA-0B7E-4DAA-889B-E9BAC1B81BA0}" srcOrd="1" destOrd="0" presId="urn:microsoft.com/office/officeart/2005/8/layout/list1"/>
    <dgm:cxn modelId="{2ABD3769-3274-4D32-B576-1614474A665C}" type="presOf" srcId="{DED7D6B9-DEC6-4A69-BBE8-D5860A327F66}" destId="{0E42BE42-B57A-4F81-BA22-AC1E4348A0F6}" srcOrd="0" destOrd="0" presId="urn:microsoft.com/office/officeart/2005/8/layout/list1"/>
    <dgm:cxn modelId="{F9D61B51-742F-4BED-A202-82E78AA75584}" srcId="{4E4BD001-6652-40B0-A67F-32D87A08E7E7}" destId="{AAA93AD8-B6E6-4D61-A2B0-8D1E386427BA}" srcOrd="0" destOrd="0" parTransId="{36E4A7EF-544A-4CF4-8B65-7B5FC4E49B59}" sibTransId="{6827B8D2-0853-4AFB-A9D1-C6283A2E1CE2}"/>
    <dgm:cxn modelId="{DB728B76-C618-4131-83C9-A0887790E83A}" srcId="{4863EB88-BD2E-4C38-9A25-5E558F70DA5A}" destId="{482E76E2-E515-4AF8-9D02-E5C36C351FFB}" srcOrd="1" destOrd="0" parTransId="{BB9F68A5-D0D9-4143-8989-D7EBCA540D3E}" sibTransId="{B105BD49-BD9C-4F73-9817-DF9A35E1FE7A}"/>
    <dgm:cxn modelId="{56CDD478-A28D-4B76-BF2D-D062CDF50220}" srcId="{482E76E2-E515-4AF8-9D02-E5C36C351FFB}" destId="{9F2400CD-4D0C-4CB3-B545-E2B3E3CEA9C7}" srcOrd="0" destOrd="0" parTransId="{F0E5A0E0-9DA4-483F-B562-EAAF5346C35E}" sibTransId="{64436CA1-35FB-416D-B858-92056EA4AE68}"/>
    <dgm:cxn modelId="{8A34F97C-1316-48BB-BB22-711BDB95C8CC}" srcId="{4863EB88-BD2E-4C38-9A25-5E558F70DA5A}" destId="{8D65E850-DE07-4F4D-B10F-EE26890E1BB2}" srcOrd="0" destOrd="0" parTransId="{5C176C08-E6F4-4231-83C3-7CD2026DA59C}" sibTransId="{DA6BA97E-4486-43DA-8BBD-E186190B5ECF}"/>
    <dgm:cxn modelId="{CFA92583-6034-4932-923F-1AF76110720E}" type="presOf" srcId="{6FDEFDB1-E83D-488D-A0C5-F23A6DEC750F}" destId="{140AB9E3-D30F-45A9-B65D-79AAB205663A}" srcOrd="0" destOrd="0" presId="urn:microsoft.com/office/officeart/2005/8/layout/list1"/>
    <dgm:cxn modelId="{64531D88-D603-4F71-94E6-2867DFE3DC59}" type="presOf" srcId="{4E4BD001-6652-40B0-A67F-32D87A08E7E7}" destId="{B1A0C4E8-371A-49F9-A76C-33D47E8B3FFF}" srcOrd="0" destOrd="0" presId="urn:microsoft.com/office/officeart/2005/8/layout/list1"/>
    <dgm:cxn modelId="{E4B51B98-543D-4A5B-8A6C-5992725B3CE3}" type="presOf" srcId="{DED7D6B9-DEC6-4A69-BBE8-D5860A327F66}" destId="{F0BD26A3-B95D-48BF-B7ED-0ED5A08EF40F}" srcOrd="1" destOrd="0" presId="urn:microsoft.com/office/officeart/2005/8/layout/list1"/>
    <dgm:cxn modelId="{B28C189C-2F82-4571-A460-1FDF32E56F1A}" type="presOf" srcId="{4863EB88-BD2E-4C38-9A25-5E558F70DA5A}" destId="{48160BCC-EC9D-4790-835E-472B6C2A7FA5}" srcOrd="0" destOrd="0" presId="urn:microsoft.com/office/officeart/2005/8/layout/list1"/>
    <dgm:cxn modelId="{4665CCA2-5BDA-4B73-B693-9FDF5684C665}" type="presOf" srcId="{482E76E2-E515-4AF8-9D02-E5C36C351FFB}" destId="{87C5AC32-DEC1-4786-98AF-3E0C72A32114}" srcOrd="0" destOrd="0" presId="urn:microsoft.com/office/officeart/2005/8/layout/list1"/>
    <dgm:cxn modelId="{E05E03AE-4D49-4A0D-8F60-8A489DC7D67B}" type="presOf" srcId="{4E4BD001-6652-40B0-A67F-32D87A08E7E7}" destId="{851A2C4E-5762-441A-AA75-2CDFA776D21E}" srcOrd="1" destOrd="0" presId="urn:microsoft.com/office/officeart/2005/8/layout/list1"/>
    <dgm:cxn modelId="{9E33A8CF-8D39-436B-BE0D-1944D7DE62C9}" srcId="{8D65E850-DE07-4F4D-B10F-EE26890E1BB2}" destId="{59A2AC0D-6D20-439C-8F3A-2290DC3D98A3}" srcOrd="0" destOrd="0" parTransId="{37AFD1B4-9439-4EDF-9595-B1D8A8635C10}" sibTransId="{D4374FB5-58E9-45A5-BBB2-7AEF52635962}"/>
    <dgm:cxn modelId="{07150DD3-0757-4AE9-9172-9B57741EEE27}" type="presOf" srcId="{AAA93AD8-B6E6-4D61-A2B0-8D1E386427BA}" destId="{DA4A65C3-1AE4-443C-85C3-F5C425B66368}" srcOrd="0" destOrd="0" presId="urn:microsoft.com/office/officeart/2005/8/layout/list1"/>
    <dgm:cxn modelId="{A40F24DC-434E-4E98-B3C5-866052251C0A}" srcId="{DED7D6B9-DEC6-4A69-BBE8-D5860A327F66}" destId="{6FDEFDB1-E83D-488D-A0C5-F23A6DEC750F}" srcOrd="0" destOrd="0" parTransId="{1C0E7D8F-2801-4D24-BC3B-E99C4798966E}" sibTransId="{D7B2D3C5-2E33-42EC-BD45-83111DC24C85}"/>
    <dgm:cxn modelId="{FE5050E1-D5B4-4AB4-80F2-118A460E9980}" srcId="{4863EB88-BD2E-4C38-9A25-5E558F70DA5A}" destId="{4E4BD001-6652-40B0-A67F-32D87A08E7E7}" srcOrd="3" destOrd="0" parTransId="{3DD24858-B335-4502-B89E-6A39145C668D}" sibTransId="{19825BA7-94D0-4E1D-960C-AAB018C2F7FC}"/>
    <dgm:cxn modelId="{E0BAC1F7-AE52-46E3-9176-8568AC2255C0}" type="presOf" srcId="{8D65E850-DE07-4F4D-B10F-EE26890E1BB2}" destId="{7A5D4B56-F382-4A6D-A2C9-62337146D01A}" srcOrd="1" destOrd="0" presId="urn:microsoft.com/office/officeart/2005/8/layout/list1"/>
    <dgm:cxn modelId="{D3B7CEFA-C956-46CE-954F-DA559AF991C1}" type="presOf" srcId="{59A2AC0D-6D20-439C-8F3A-2290DC3D98A3}" destId="{EC135526-F5D0-4804-BB8A-AF67BDEE1198}" srcOrd="0" destOrd="0" presId="urn:microsoft.com/office/officeart/2005/8/layout/list1"/>
    <dgm:cxn modelId="{2E2A80C1-281D-489F-9A66-F025F2B0EDAE}" type="presParOf" srcId="{48160BCC-EC9D-4790-835E-472B6C2A7FA5}" destId="{10DEFAD9-1A62-4A0A-9894-65E132E8509F}" srcOrd="0" destOrd="0" presId="urn:microsoft.com/office/officeart/2005/8/layout/list1"/>
    <dgm:cxn modelId="{2DDC7C55-646E-44D2-AF2C-C01FB2F64E74}" type="presParOf" srcId="{10DEFAD9-1A62-4A0A-9894-65E132E8509F}" destId="{9F17CC11-B96F-4900-BE95-556668949DA4}" srcOrd="0" destOrd="0" presId="urn:microsoft.com/office/officeart/2005/8/layout/list1"/>
    <dgm:cxn modelId="{E76CF981-659B-44A3-A3F4-96784E1232B4}" type="presParOf" srcId="{10DEFAD9-1A62-4A0A-9894-65E132E8509F}" destId="{7A5D4B56-F382-4A6D-A2C9-62337146D01A}" srcOrd="1" destOrd="0" presId="urn:microsoft.com/office/officeart/2005/8/layout/list1"/>
    <dgm:cxn modelId="{1CE8DD8B-7352-4213-8474-94C7D2B28AB1}" type="presParOf" srcId="{48160BCC-EC9D-4790-835E-472B6C2A7FA5}" destId="{E997B6F7-8F9E-4112-A2BF-505629E5DAE2}" srcOrd="1" destOrd="0" presId="urn:microsoft.com/office/officeart/2005/8/layout/list1"/>
    <dgm:cxn modelId="{B6739079-7227-41C2-B115-A722FF6EAC55}" type="presParOf" srcId="{48160BCC-EC9D-4790-835E-472B6C2A7FA5}" destId="{EC135526-F5D0-4804-BB8A-AF67BDEE1198}" srcOrd="2" destOrd="0" presId="urn:microsoft.com/office/officeart/2005/8/layout/list1"/>
    <dgm:cxn modelId="{82D4B5F3-BB5E-484A-9F2F-DAAA70DBF877}" type="presParOf" srcId="{48160BCC-EC9D-4790-835E-472B6C2A7FA5}" destId="{CA66A13D-C1A8-4EC5-905B-DC4529215FD2}" srcOrd="3" destOrd="0" presId="urn:microsoft.com/office/officeart/2005/8/layout/list1"/>
    <dgm:cxn modelId="{93150D52-BA47-47A3-B563-5280B942ECAB}" type="presParOf" srcId="{48160BCC-EC9D-4790-835E-472B6C2A7FA5}" destId="{2B45BAFF-9ED8-46E4-9D9F-07A24850E496}" srcOrd="4" destOrd="0" presId="urn:microsoft.com/office/officeart/2005/8/layout/list1"/>
    <dgm:cxn modelId="{789F9C5B-3630-400C-B4A9-E9BDD550B1D5}" type="presParOf" srcId="{2B45BAFF-9ED8-46E4-9D9F-07A24850E496}" destId="{87C5AC32-DEC1-4786-98AF-3E0C72A32114}" srcOrd="0" destOrd="0" presId="urn:microsoft.com/office/officeart/2005/8/layout/list1"/>
    <dgm:cxn modelId="{8C5AFB50-C8BC-4FA4-B207-EFB21748D2F9}" type="presParOf" srcId="{2B45BAFF-9ED8-46E4-9D9F-07A24850E496}" destId="{E2F496AA-0B7E-4DAA-889B-E9BAC1B81BA0}" srcOrd="1" destOrd="0" presId="urn:microsoft.com/office/officeart/2005/8/layout/list1"/>
    <dgm:cxn modelId="{76538993-A4C1-40E6-9550-ADD905C37BB0}" type="presParOf" srcId="{48160BCC-EC9D-4790-835E-472B6C2A7FA5}" destId="{2BE33E67-23B1-46B9-99C2-A04A8C7F3B00}" srcOrd="5" destOrd="0" presId="urn:microsoft.com/office/officeart/2005/8/layout/list1"/>
    <dgm:cxn modelId="{8D96BB9F-ADD7-4DE9-9BA6-335670FCAF59}" type="presParOf" srcId="{48160BCC-EC9D-4790-835E-472B6C2A7FA5}" destId="{DEBA4E27-2C8D-41EA-8731-B68452DB5BBB}" srcOrd="6" destOrd="0" presId="urn:microsoft.com/office/officeart/2005/8/layout/list1"/>
    <dgm:cxn modelId="{A90D031D-8BEC-4739-B8A2-B265F5D71B09}" type="presParOf" srcId="{48160BCC-EC9D-4790-835E-472B6C2A7FA5}" destId="{09CF377D-7A93-4AC1-8F43-739846AC1BB0}" srcOrd="7" destOrd="0" presId="urn:microsoft.com/office/officeart/2005/8/layout/list1"/>
    <dgm:cxn modelId="{9C0741BC-F874-4164-9B82-64FB49D4B8B9}" type="presParOf" srcId="{48160BCC-EC9D-4790-835E-472B6C2A7FA5}" destId="{F40494D9-60B5-4E1E-976C-951D1536D9EB}" srcOrd="8" destOrd="0" presId="urn:microsoft.com/office/officeart/2005/8/layout/list1"/>
    <dgm:cxn modelId="{24DBEEAF-6B8A-4EAF-BABD-625C223D8253}" type="presParOf" srcId="{F40494D9-60B5-4E1E-976C-951D1536D9EB}" destId="{0E42BE42-B57A-4F81-BA22-AC1E4348A0F6}" srcOrd="0" destOrd="0" presId="urn:microsoft.com/office/officeart/2005/8/layout/list1"/>
    <dgm:cxn modelId="{3C18B98D-D08F-464A-809E-14B4A893D532}" type="presParOf" srcId="{F40494D9-60B5-4E1E-976C-951D1536D9EB}" destId="{F0BD26A3-B95D-48BF-B7ED-0ED5A08EF40F}" srcOrd="1" destOrd="0" presId="urn:microsoft.com/office/officeart/2005/8/layout/list1"/>
    <dgm:cxn modelId="{A5EE008A-FF95-4850-886C-8605D233A1B9}" type="presParOf" srcId="{48160BCC-EC9D-4790-835E-472B6C2A7FA5}" destId="{D401884F-AF91-4064-8642-1CFC0BC8FEDC}" srcOrd="9" destOrd="0" presId="urn:microsoft.com/office/officeart/2005/8/layout/list1"/>
    <dgm:cxn modelId="{E2EB15B4-1982-48A6-ACD6-7F4C12935889}" type="presParOf" srcId="{48160BCC-EC9D-4790-835E-472B6C2A7FA5}" destId="{140AB9E3-D30F-45A9-B65D-79AAB205663A}" srcOrd="10" destOrd="0" presId="urn:microsoft.com/office/officeart/2005/8/layout/list1"/>
    <dgm:cxn modelId="{2C9E57CA-81DC-4844-807F-D2FD47F279A0}" type="presParOf" srcId="{48160BCC-EC9D-4790-835E-472B6C2A7FA5}" destId="{3400ED0E-5969-413B-A1B1-B5A61E5FE284}" srcOrd="11" destOrd="0" presId="urn:microsoft.com/office/officeart/2005/8/layout/list1"/>
    <dgm:cxn modelId="{D894A7DB-D3B7-4741-B3F6-0188AEE25417}" type="presParOf" srcId="{48160BCC-EC9D-4790-835E-472B6C2A7FA5}" destId="{EFD0D88A-A826-453F-B75F-ACD82D5B8DE7}" srcOrd="12" destOrd="0" presId="urn:microsoft.com/office/officeart/2005/8/layout/list1"/>
    <dgm:cxn modelId="{513799A4-5CFD-4D10-80AC-5B5F726E5EAF}" type="presParOf" srcId="{EFD0D88A-A826-453F-B75F-ACD82D5B8DE7}" destId="{B1A0C4E8-371A-49F9-A76C-33D47E8B3FFF}" srcOrd="0" destOrd="0" presId="urn:microsoft.com/office/officeart/2005/8/layout/list1"/>
    <dgm:cxn modelId="{8D8E85B2-FC6E-41F2-9172-16703CD124D7}" type="presParOf" srcId="{EFD0D88A-A826-453F-B75F-ACD82D5B8DE7}" destId="{851A2C4E-5762-441A-AA75-2CDFA776D21E}" srcOrd="1" destOrd="0" presId="urn:microsoft.com/office/officeart/2005/8/layout/list1"/>
    <dgm:cxn modelId="{C6484D12-6155-4FB1-80C2-610047E06EE4}" type="presParOf" srcId="{48160BCC-EC9D-4790-835E-472B6C2A7FA5}" destId="{B7927AE4-3E38-4045-845D-4D5B4DF12A88}" srcOrd="13" destOrd="0" presId="urn:microsoft.com/office/officeart/2005/8/layout/list1"/>
    <dgm:cxn modelId="{C941C4DA-3E06-4345-92A1-0E94A97444E4}" type="presParOf" srcId="{48160BCC-EC9D-4790-835E-472B6C2A7FA5}" destId="{DA4A65C3-1AE4-443C-85C3-F5C425B6636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36812A-2982-4053-A8B4-FD427C4849DB}">
      <dsp:nvSpPr>
        <dsp:cNvPr id="0" name=""/>
        <dsp:cNvSpPr/>
      </dsp:nvSpPr>
      <dsp:spPr>
        <a:xfrm>
          <a:off x="2752" y="236912"/>
          <a:ext cx="1848827" cy="563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Definition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2" y="236912"/>
        <a:ext cx="1848827" cy="563285"/>
      </dsp:txXfrm>
    </dsp:sp>
    <dsp:sp modelId="{C3EBC08C-2DA7-47BF-8C26-303AF3E6A487}">
      <dsp:nvSpPr>
        <dsp:cNvPr id="0" name=""/>
        <dsp:cNvSpPr/>
      </dsp:nvSpPr>
      <dsp:spPr>
        <a:xfrm>
          <a:off x="1851580" y="96091"/>
          <a:ext cx="632804" cy="84492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4F1249-FBB0-4405-9888-5817DE061D87}">
      <dsp:nvSpPr>
        <dsp:cNvPr id="0" name=""/>
        <dsp:cNvSpPr/>
      </dsp:nvSpPr>
      <dsp:spPr>
        <a:xfrm>
          <a:off x="2665831" y="3094"/>
          <a:ext cx="9061299" cy="1030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Haptic feedback refers to the use of tactile sensations or forces to communicate information to a user. It simulates the sense of touch, enhancing user interaction with digital systems.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65831" y="3094"/>
        <a:ext cx="9061299" cy="1030921"/>
      </dsp:txXfrm>
    </dsp:sp>
    <dsp:sp modelId="{10D5658E-9B77-412C-A953-ED170B1795AC}">
      <dsp:nvSpPr>
        <dsp:cNvPr id="0" name=""/>
        <dsp:cNvSpPr/>
      </dsp:nvSpPr>
      <dsp:spPr>
        <a:xfrm>
          <a:off x="108642" y="2001629"/>
          <a:ext cx="1799438" cy="563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Types :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8642" y="2001629"/>
        <a:ext cx="1799438" cy="563285"/>
      </dsp:txXfrm>
    </dsp:sp>
    <dsp:sp modelId="{074CA39A-D537-49B9-9E09-DF84181F1BC0}">
      <dsp:nvSpPr>
        <dsp:cNvPr id="0" name=""/>
        <dsp:cNvSpPr/>
      </dsp:nvSpPr>
      <dsp:spPr>
        <a:xfrm>
          <a:off x="1956954" y="1195916"/>
          <a:ext cx="666361" cy="2250022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F4FC3F-3E71-4978-82E7-69B156BBE160}">
      <dsp:nvSpPr>
        <dsp:cNvPr id="0" name=""/>
        <dsp:cNvSpPr/>
      </dsp:nvSpPr>
      <dsp:spPr>
        <a:xfrm>
          <a:off x="2667360" y="1051085"/>
          <a:ext cx="9062522" cy="24643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Tactile Feedback: Simulates surface textures, shapes, and contours through vibrations or surface variations.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Force Feedback: Provides resistance or forces to mimic real-world interactions, such as pushing against a solid object.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Vibration Feedback: Delivers rapid oscillations to convey alerts, notifications, or subtle sensations.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67360" y="1051085"/>
        <a:ext cx="9062522" cy="2464373"/>
      </dsp:txXfrm>
    </dsp:sp>
    <dsp:sp modelId="{4DB62B4C-B52F-49CD-AD5A-3A39CC050D64}">
      <dsp:nvSpPr>
        <dsp:cNvPr id="0" name=""/>
        <dsp:cNvSpPr/>
      </dsp:nvSpPr>
      <dsp:spPr>
        <a:xfrm>
          <a:off x="8963" y="4306287"/>
          <a:ext cx="1893630" cy="832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Principles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963" y="4306287"/>
        <a:ext cx="1893630" cy="832946"/>
      </dsp:txXfrm>
    </dsp:sp>
    <dsp:sp modelId="{E12A0B69-7C4B-4134-8CB9-C040D4BA1728}">
      <dsp:nvSpPr>
        <dsp:cNvPr id="0" name=""/>
        <dsp:cNvSpPr/>
      </dsp:nvSpPr>
      <dsp:spPr>
        <a:xfrm>
          <a:off x="1998185" y="3602047"/>
          <a:ext cx="618422" cy="2188018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8E9317-90B0-45F9-AB69-CF470F283CF2}">
      <dsp:nvSpPr>
        <dsp:cNvPr id="0" name=""/>
        <dsp:cNvSpPr/>
      </dsp:nvSpPr>
      <dsp:spPr>
        <a:xfrm>
          <a:off x="2678078" y="3535621"/>
          <a:ext cx="9030562" cy="24643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Kinesthetic Feedback: Simulates physical sensations of movement and resistance, enhancing immersion and realism.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Tactile Feedback: Utilizes surface vibrations or textures to convey information or enhance user perception.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Multi-Modal Integration: Combines various haptic modalities to create rich, interactive experiences, aligning with the user's sensory capabilities.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78078" y="3535621"/>
        <a:ext cx="9030562" cy="24643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3F953F-C6D0-4716-A59F-31E58E0A2829}">
      <dsp:nvSpPr>
        <dsp:cNvPr id="0" name=""/>
        <dsp:cNvSpPr/>
      </dsp:nvSpPr>
      <dsp:spPr>
        <a:xfrm>
          <a:off x="122077" y="1164476"/>
          <a:ext cx="1890468" cy="8776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Sensory Perception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2077" y="1164476"/>
        <a:ext cx="1890468" cy="585092"/>
      </dsp:txXfrm>
    </dsp:sp>
    <dsp:sp modelId="{87D17840-93CD-460B-B7B7-51E32797130B}">
      <dsp:nvSpPr>
        <dsp:cNvPr id="0" name=""/>
        <dsp:cNvSpPr/>
      </dsp:nvSpPr>
      <dsp:spPr>
        <a:xfrm>
          <a:off x="797348" y="1829096"/>
          <a:ext cx="1740464" cy="16233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Position tracking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Collision detection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44894" y="1876642"/>
        <a:ext cx="1645372" cy="1528251"/>
      </dsp:txXfrm>
    </dsp:sp>
    <dsp:sp modelId="{0C29D95C-21D0-4C91-80B9-D849D110FBDB}">
      <dsp:nvSpPr>
        <dsp:cNvPr id="0" name=""/>
        <dsp:cNvSpPr/>
      </dsp:nvSpPr>
      <dsp:spPr>
        <a:xfrm rot="43761">
          <a:off x="2223318" y="1262435"/>
          <a:ext cx="446912" cy="4242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3323" y="1346484"/>
        <a:ext cx="319623" cy="254578"/>
      </dsp:txXfrm>
    </dsp:sp>
    <dsp:sp modelId="{64C94675-C713-4863-A9C0-85236C789E04}">
      <dsp:nvSpPr>
        <dsp:cNvPr id="0" name=""/>
        <dsp:cNvSpPr/>
      </dsp:nvSpPr>
      <dsp:spPr>
        <a:xfrm>
          <a:off x="2855707" y="1174865"/>
          <a:ext cx="1704199" cy="9473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Haptic Rendering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55707" y="1174865"/>
        <a:ext cx="1704199" cy="631542"/>
      </dsp:txXfrm>
    </dsp:sp>
    <dsp:sp modelId="{7C3508DA-86EE-4258-8330-921C79375415}">
      <dsp:nvSpPr>
        <dsp:cNvPr id="0" name=""/>
        <dsp:cNvSpPr/>
      </dsp:nvSpPr>
      <dsp:spPr>
        <a:xfrm>
          <a:off x="3266580" y="1875961"/>
          <a:ext cx="1913900" cy="14646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Force calculation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Signal generation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09478" y="1918859"/>
        <a:ext cx="1828104" cy="1378847"/>
      </dsp:txXfrm>
    </dsp:sp>
    <dsp:sp modelId="{BD2F4077-8B48-4DE2-8D0E-486267B33DE5}">
      <dsp:nvSpPr>
        <dsp:cNvPr id="0" name=""/>
        <dsp:cNvSpPr/>
      </dsp:nvSpPr>
      <dsp:spPr>
        <a:xfrm rot="21573227">
          <a:off x="4851835" y="1267168"/>
          <a:ext cx="618927" cy="4242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851837" y="1352523"/>
        <a:ext cx="491638" cy="254578"/>
      </dsp:txXfrm>
    </dsp:sp>
    <dsp:sp modelId="{6AB7E762-4869-47D9-8BDE-C13F2C0E043D}">
      <dsp:nvSpPr>
        <dsp:cNvPr id="0" name=""/>
        <dsp:cNvSpPr/>
      </dsp:nvSpPr>
      <dsp:spPr>
        <a:xfrm>
          <a:off x="5727659" y="1152498"/>
          <a:ext cx="1704199" cy="9473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Actuator Response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27659" y="1152498"/>
        <a:ext cx="1704199" cy="631542"/>
      </dsp:txXfrm>
    </dsp:sp>
    <dsp:sp modelId="{E86BBF6B-909E-4C98-8B56-95CC9D0ED307}">
      <dsp:nvSpPr>
        <dsp:cNvPr id="0" name=""/>
        <dsp:cNvSpPr/>
      </dsp:nvSpPr>
      <dsp:spPr>
        <a:xfrm>
          <a:off x="6033442" y="1852699"/>
          <a:ext cx="2183658" cy="155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Vibrotactile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Solenoid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Shape Memory Alloys (SMAs)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78961" y="1898218"/>
        <a:ext cx="2092620" cy="1463111"/>
      </dsp:txXfrm>
    </dsp:sp>
    <dsp:sp modelId="{C4C83862-3191-4DE8-8722-68311F232689}">
      <dsp:nvSpPr>
        <dsp:cNvPr id="0" name=""/>
        <dsp:cNvSpPr/>
      </dsp:nvSpPr>
      <dsp:spPr>
        <a:xfrm rot="21518693">
          <a:off x="7671413" y="1224287"/>
          <a:ext cx="508148" cy="4242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671431" y="1310651"/>
        <a:ext cx="380859" cy="254578"/>
      </dsp:txXfrm>
    </dsp:sp>
    <dsp:sp modelId="{6511B883-A0B8-43D0-86D0-A7CE64345A65}">
      <dsp:nvSpPr>
        <dsp:cNvPr id="0" name=""/>
        <dsp:cNvSpPr/>
      </dsp:nvSpPr>
      <dsp:spPr>
        <a:xfrm>
          <a:off x="8390361" y="1089510"/>
          <a:ext cx="1704199" cy="9473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Sensory Feedback Loop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90361" y="1089510"/>
        <a:ext cx="1704199" cy="631542"/>
      </dsp:txXfrm>
    </dsp:sp>
    <dsp:sp modelId="{F1657538-4025-4BC1-A478-4353F84DF739}">
      <dsp:nvSpPr>
        <dsp:cNvPr id="0" name=""/>
        <dsp:cNvSpPr/>
      </dsp:nvSpPr>
      <dsp:spPr>
        <a:xfrm>
          <a:off x="8806448" y="1847068"/>
          <a:ext cx="2134390" cy="14127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Force feedback (Force reflecting)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Tactile feedback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847827" y="1888447"/>
        <a:ext cx="2051632" cy="13300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35526-F5D0-4804-BB8A-AF67BDEE1198}">
      <dsp:nvSpPr>
        <dsp:cNvPr id="0" name=""/>
        <dsp:cNvSpPr/>
      </dsp:nvSpPr>
      <dsp:spPr>
        <a:xfrm>
          <a:off x="0" y="83393"/>
          <a:ext cx="10805160" cy="133352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600" tIns="395732" rIns="83860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This is the physical device the user interacts with, like a glove, stylus, or controller. It houses sensors and actuators.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83393"/>
        <a:ext cx="10805160" cy="1333523"/>
      </dsp:txXfrm>
    </dsp:sp>
    <dsp:sp modelId="{7A5D4B56-F382-4A6D-A2C9-62337146D01A}">
      <dsp:nvSpPr>
        <dsp:cNvPr id="0" name=""/>
        <dsp:cNvSpPr/>
      </dsp:nvSpPr>
      <dsp:spPr>
        <a:xfrm>
          <a:off x="580896" y="0"/>
          <a:ext cx="4061054" cy="7675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887" tIns="0" rIns="285887" bIns="0" numCol="1" spcCol="1270" anchor="ctr" anchorCtr="0">
          <a:noAutofit/>
        </a:bodyPr>
        <a:lstStyle/>
        <a:p>
          <a:pPr marL="0" lvl="0" indent="0" algn="l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Haptic Interface Device (HID)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8367" y="37471"/>
        <a:ext cx="3986112" cy="692645"/>
      </dsp:txXfrm>
    </dsp:sp>
    <dsp:sp modelId="{DEBA4E27-2C8D-41EA-8731-B68452DB5BBB}">
      <dsp:nvSpPr>
        <dsp:cNvPr id="0" name=""/>
        <dsp:cNvSpPr/>
      </dsp:nvSpPr>
      <dsp:spPr>
        <a:xfrm>
          <a:off x="0" y="1765312"/>
          <a:ext cx="10805160" cy="132177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600" tIns="395732" rIns="83860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This is the processing unit that receives data from sensors, runs haptic rendering algorithms, and sends signals to actuators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765312"/>
        <a:ext cx="10805160" cy="1321771"/>
      </dsp:txXfrm>
    </dsp:sp>
    <dsp:sp modelId="{E2F496AA-0B7E-4DAA-889B-E9BAC1B81BA0}">
      <dsp:nvSpPr>
        <dsp:cNvPr id="0" name=""/>
        <dsp:cNvSpPr/>
      </dsp:nvSpPr>
      <dsp:spPr>
        <a:xfrm>
          <a:off x="550090" y="1426887"/>
          <a:ext cx="4102805" cy="7883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887" tIns="0" rIns="285887" bIns="0" numCol="1" spcCol="1270" anchor="ctr" anchorCtr="0">
          <a:noAutofit/>
        </a:bodyPr>
        <a:lstStyle/>
        <a:p>
          <a:pPr marL="0" lvl="0" indent="0" algn="l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Haptic Control Unit (HCU)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8572" y="1465369"/>
        <a:ext cx="4025841" cy="711351"/>
      </dsp:txXfrm>
    </dsp:sp>
    <dsp:sp modelId="{140AB9E3-D30F-45A9-B65D-79AAB205663A}">
      <dsp:nvSpPr>
        <dsp:cNvPr id="0" name=""/>
        <dsp:cNvSpPr/>
      </dsp:nvSpPr>
      <dsp:spPr>
        <a:xfrm>
          <a:off x="0" y="3401584"/>
          <a:ext cx="10805160" cy="119561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600" tIns="395732" rIns="83860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Haptic rendering software interprets user actions, calculates appropriate forces, and controls the HCU.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401584"/>
        <a:ext cx="10805160" cy="1195614"/>
      </dsp:txXfrm>
    </dsp:sp>
    <dsp:sp modelId="{F0BD26A3-B95D-48BF-B7ED-0ED5A08EF40F}">
      <dsp:nvSpPr>
        <dsp:cNvPr id="0" name=""/>
        <dsp:cNvSpPr/>
      </dsp:nvSpPr>
      <dsp:spPr>
        <a:xfrm>
          <a:off x="540258" y="3131963"/>
          <a:ext cx="4014160" cy="754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887" tIns="0" rIns="285887" bIns="0" numCol="1" spcCol="1270" anchor="ctr" anchorCtr="0">
          <a:noAutofit/>
        </a:bodyPr>
        <a:lstStyle/>
        <a:p>
          <a:pPr marL="0" lvl="0" indent="0" algn="l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Software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7086" y="3168791"/>
        <a:ext cx="3940504" cy="680764"/>
      </dsp:txXfrm>
    </dsp:sp>
    <dsp:sp modelId="{DA4A65C3-1AE4-443C-85C3-F5C425B66368}">
      <dsp:nvSpPr>
        <dsp:cNvPr id="0" name=""/>
        <dsp:cNvSpPr/>
      </dsp:nvSpPr>
      <dsp:spPr>
        <a:xfrm>
          <a:off x="0" y="4700684"/>
          <a:ext cx="10805160" cy="99526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600" tIns="395732" rIns="83860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This connects the HCU to the computer system generating the virtual environment or application.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4700684"/>
        <a:ext cx="10805160" cy="995266"/>
      </dsp:txXfrm>
    </dsp:sp>
    <dsp:sp modelId="{851A2C4E-5762-441A-AA75-2CDFA776D21E}">
      <dsp:nvSpPr>
        <dsp:cNvPr id="0" name=""/>
        <dsp:cNvSpPr/>
      </dsp:nvSpPr>
      <dsp:spPr>
        <a:xfrm>
          <a:off x="382335" y="4635585"/>
          <a:ext cx="4034960" cy="5434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887" tIns="0" rIns="285887" bIns="0" numCol="1" spcCol="1270" anchor="ctr" anchorCtr="0">
          <a:noAutofit/>
        </a:bodyPr>
        <a:lstStyle/>
        <a:p>
          <a:pPr marL="0" lvl="0" indent="0" algn="l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Communication Interface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8862" y="4662112"/>
        <a:ext cx="3981906" cy="4903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891B5-296E-4D39-9420-63FA3A137019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9F8EF6-B794-4A41-9358-7D5DA7906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41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9F8EF6-B794-4A41-9358-7D5DA790615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850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9F8EF6-B794-4A41-9358-7D5DA790615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865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9FD49-BC0C-A960-987A-3EF9DE8AA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EAFB3-8CD8-DED5-72C1-6C5A74ED1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0EE69-8B17-6CF1-0B83-CBB34C3CF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A0A35-1C61-4239-A327-8CE64FDC52C4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5091D-9115-EB5C-E014-B2D7FB26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11069-BE23-C5BC-B535-89AD07D1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C485-43E8-46A8-BBCB-3C5F5A96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819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7D08-96F3-595D-5E6D-68ECBD997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38494-48BE-07DC-29D1-70F076706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7884A-923C-6D1F-55E8-B3691856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A0A35-1C61-4239-A327-8CE64FDC52C4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DF3F-236E-9079-271E-C354B8F2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CBF1A-A570-0B1F-0B45-A3AC7EB0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C485-43E8-46A8-BBCB-3C5F5A96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731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2E276-6AC8-AE17-520F-EFCE01748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85EDD-191A-369A-F1C8-4640D3A05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45C15-0C1F-55D7-2552-E2B75A869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A0A35-1C61-4239-A327-8CE64FDC52C4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0123C-D3D4-3ECE-C781-FB28C565A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774D0-4F91-252D-2F6B-EB0F2DC8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C485-43E8-46A8-BBCB-3C5F5A96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3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2B435-4238-81F3-9CFA-4ED369D1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894CD-3892-F979-B082-D1903ADF6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7387B-CF38-D6F5-492E-071C213A4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62E4A-6E2D-A01B-AA00-D91621DB0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A0A35-1C61-4239-A327-8CE64FDC52C4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8180A-2DB1-CEE4-7387-D19CE7D56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EEC49-B6B0-348C-BD1F-22DBA694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C485-43E8-46A8-BBCB-3C5F5A96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162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402D7-75E4-8F99-3602-0EBDEA4EA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89014-B655-3345-EC6B-F0DD053DF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6F56B-C536-051D-E52C-F6D74D158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D0B51-D5EC-89FD-BF7C-CE8F186332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ED086-C0CD-F132-5B0C-A83AE973B2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B82A1C-C86B-786E-A4B0-DE8A2A69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A0A35-1C61-4239-A327-8CE64FDC52C4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F9F58-7B3E-39FA-82D9-42A6AC3BF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BD930B-F4F9-8EAD-D8FD-E3A4EAD25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C485-43E8-46A8-BBCB-3C5F5A96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09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9057E-A6A2-3A85-10D4-469E50BA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983A-15A1-B50A-5304-6105A5A9A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A0A35-1C61-4239-A327-8CE64FDC52C4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1A70A-AC28-32E4-9027-3CD86AB6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943631-0306-1D50-A033-6E3B5A482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C485-43E8-46A8-BBCB-3C5F5A96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9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8CAC0E-62AE-4059-9DAC-A1272857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A0A35-1C61-4239-A327-8CE64FDC52C4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521A72-C744-0CD9-95D2-5B9B4E2F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C6258-66CA-49DB-7475-665F0CB4E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C485-43E8-46A8-BBCB-3C5F5A96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21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DB5AA-4FDF-5CAC-BAC5-FD9887144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7E68A-E28D-813C-310C-B913CE31E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47E86F-DDD5-7D2C-2EA8-504500828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55025-473F-467E-5E26-2F12C9BC2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A0A35-1C61-4239-A327-8CE64FDC52C4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DD41F-1E87-AE07-B2EA-33A52F8CC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33C85-079C-255E-B148-ED97EE782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C485-43E8-46A8-BBCB-3C5F5A96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04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64794-6856-E2FD-0DAF-C96AD6F1C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8B0637-AF10-EE08-7657-E06E8F176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8E15C-D0DC-2101-5B9B-22A392C22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E96E6-0CEA-7DC7-E686-9D63672A5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A0A35-1C61-4239-A327-8CE64FDC52C4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4EC85-65BD-C6A9-BA33-C377C8437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7DD5C-BBB4-4FB3-41A3-632466632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C485-43E8-46A8-BBCB-3C5F5A96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320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C5B8E-DB1B-7390-09D8-5055FAD1F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B5448-1D79-A65C-37A8-F79720D54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D7212-211B-866D-C114-475287C15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A0A35-1C61-4239-A327-8CE64FDC52C4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22978-A845-625F-839A-FB930F9EB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80297-736B-3349-D8B2-3D2509F0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C485-43E8-46A8-BBCB-3C5F5A96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791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6BA204-C2B4-88FD-89B5-5B56C1FD8D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F04F6-E02B-BD23-3BFC-9343C7273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BA29C-13CB-F42C-3CA4-328E7C813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A0A35-1C61-4239-A327-8CE64FDC52C4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228D6-C7BA-8498-8B90-CE400491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71E0A-D65F-4D29-0B77-DBECC77F8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C485-43E8-46A8-BBCB-3C5F5A96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3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4BA30-2AD5-C64B-5420-DC6404D4C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DDE33-337A-07A6-D104-7338E6044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AC3AB-70F1-985B-5B0F-8A620C52C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A0A35-1C61-4239-A327-8CE64FDC52C4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2239E-1909-AA1D-D9B5-25F889DA81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E20DA-56C9-0545-FC64-AA550D9E8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3C485-43E8-46A8-BBCB-3C5F5A96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007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84330243-5832-7B35-C929-C17E694F5456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EEEF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627A0699-FB4C-2CBC-F342-8CDCBCFE9E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674"/>
          <a:stretch>
            <a:fillRect/>
          </a:stretch>
        </p:blipFill>
        <p:spPr>
          <a:xfrm>
            <a:off x="9839" y="5761"/>
            <a:ext cx="1244763" cy="1121597"/>
          </a:xfrm>
          <a:prstGeom prst="rect">
            <a:avLst/>
          </a:prstGeom>
          <a:noFill/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6470CD88-78D4-742D-F9ED-CDBFED04833D}"/>
              </a:ext>
            </a:extLst>
          </p:cNvPr>
          <p:cNvSpPr txBox="1">
            <a:spLocks/>
          </p:cNvSpPr>
          <p:nvPr/>
        </p:nvSpPr>
        <p:spPr>
          <a:xfrm>
            <a:off x="757122" y="16968"/>
            <a:ext cx="11019193" cy="1049837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4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9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3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7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1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</a:rPr>
              <a:t>    GAYATRI VIDYA PARISHAD COLLEGE FOR DEGREE AND PG COURSES(A)</a:t>
            </a:r>
            <a:br>
              <a:rPr lang="en-GB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</a:rPr>
            </a:br>
            <a:r>
              <a:rPr lang="en-GB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</a:rPr>
              <a:t>                       </a:t>
            </a:r>
            <a:br>
              <a:rPr lang="en-GB" sz="2200" b="1" dirty="0">
                <a:solidFill>
                  <a:srgbClr val="C00000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</a:rPr>
            </a:br>
            <a:r>
              <a:rPr lang="en-GB" sz="2200" b="1" dirty="0">
                <a:solidFill>
                  <a:srgbClr val="C00000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</a:rPr>
              <a:t>                       </a:t>
            </a:r>
            <a:endParaRPr lang="en-US" sz="2200" b="1" dirty="0">
              <a:latin typeface="Times New Roman" panose="02020603050405020304" pitchFamily="18" charset="0"/>
              <a:ea typeface="Barlow"/>
              <a:cs typeface="Times New Roman" panose="02020603050405020304" pitchFamily="18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32021F9E-A088-6C63-ED06-CD1003482C4E}"/>
              </a:ext>
            </a:extLst>
          </p:cNvPr>
          <p:cNvSpPr txBox="1"/>
          <p:nvPr/>
        </p:nvSpPr>
        <p:spPr>
          <a:xfrm>
            <a:off x="2567964" y="1074926"/>
            <a:ext cx="7677144" cy="634010"/>
          </a:xfrm>
          <a:prstGeom prst="rect">
            <a:avLst/>
          </a:prstGeom>
          <a:noFill/>
        </p:spPr>
        <p:txBody>
          <a:bodyPr wrap="none" lIns="109717" tIns="54859" rIns="109717" bIns="54859" rtlCol="0">
            <a:spAutoFit/>
          </a:bodyPr>
          <a:lstStyle>
            <a:lvl1pPr marL="0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4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9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3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7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1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00" b="1" dirty="0"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</a:rPr>
              <a:t>Department of Computer Applications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DCA26C0-C342-0F20-A425-02401D9224F9}"/>
              </a:ext>
            </a:extLst>
          </p:cNvPr>
          <p:cNvSpPr>
            <a:spLocks noGrp="1"/>
          </p:cNvSpPr>
          <p:nvPr/>
        </p:nvSpPr>
        <p:spPr>
          <a:xfrm>
            <a:off x="3155993" y="2921986"/>
            <a:ext cx="6044473" cy="1014027"/>
          </a:xfrm>
          <a:prstGeom prst="rect">
            <a:avLst/>
          </a:prstGeom>
          <a:noFill/>
          <a:ln w="9525">
            <a:noFill/>
          </a:ln>
        </p:spPr>
        <p:txBody>
          <a:bodyPr lIns="109717" tIns="54859" rIns="109717" bIns="54859" anchor="ctr" anchorCtr="0">
            <a:normAutofit/>
          </a:bodyPr>
          <a:lstStyle>
            <a:lvl1pPr marL="0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4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9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3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7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1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6561"/>
              </a:lnSpc>
            </a:pPr>
            <a:r>
              <a:rPr lang="en-US" sz="5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Haptic</a:t>
            </a: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5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Technology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B727A746-57AB-72CD-509F-657585469412}"/>
              </a:ext>
            </a:extLst>
          </p:cNvPr>
          <p:cNvSpPr txBox="1"/>
          <p:nvPr/>
        </p:nvSpPr>
        <p:spPr>
          <a:xfrm>
            <a:off x="7132978" y="4574434"/>
            <a:ext cx="4952039" cy="1834338"/>
          </a:xfrm>
          <a:prstGeom prst="rect">
            <a:avLst/>
          </a:prstGeom>
          <a:noFill/>
        </p:spPr>
        <p:txBody>
          <a:bodyPr wrap="none" lIns="109717" tIns="54859" rIns="109717" bIns="54859" rtlCol="0">
            <a:spAutoFit/>
          </a:bodyPr>
          <a:lstStyle>
            <a:lvl1pPr marL="0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4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9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3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7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1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r>
              <a:rPr lang="en-US" sz="2800" dirty="0" err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A.Prabhakar</a:t>
            </a:r>
            <a:endParaRPr lang="en-US" sz="2800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US" sz="28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C5CA51EA-753A-F3D3-2BF3-BB40124ED620}"/>
              </a:ext>
            </a:extLst>
          </p:cNvPr>
          <p:cNvSpPr txBox="1"/>
          <p:nvPr/>
        </p:nvSpPr>
        <p:spPr>
          <a:xfrm>
            <a:off x="300453" y="5063629"/>
            <a:ext cx="2953512" cy="1218785"/>
          </a:xfrm>
          <a:prstGeom prst="rect">
            <a:avLst/>
          </a:prstGeom>
          <a:noFill/>
        </p:spPr>
        <p:txBody>
          <a:bodyPr wrap="square" lIns="109717" tIns="54859" rIns="109717" bIns="54859" rtlCol="0">
            <a:spAutoFit/>
          </a:bodyPr>
          <a:lstStyle>
            <a:lvl1pPr marL="0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4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9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3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7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1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K.ManojKrishna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PG222302032(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MCA)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B8786F-DBA2-4AC0-D53E-D48C2F52B1AB}"/>
              </a:ext>
            </a:extLst>
          </p:cNvPr>
          <p:cNvSpPr/>
          <p:nvPr/>
        </p:nvSpPr>
        <p:spPr>
          <a:xfrm>
            <a:off x="2991737" y="449228"/>
            <a:ext cx="6372986" cy="569379"/>
          </a:xfrm>
          <a:prstGeom prst="rect">
            <a:avLst/>
          </a:prstGeom>
          <a:noFill/>
        </p:spPr>
        <p:txBody>
          <a:bodyPr wrap="square" lIns="91431" tIns="45716" rIns="91431" bIns="45716">
            <a:spAutoFit/>
          </a:bodyPr>
          <a:lstStyle>
            <a:lvl1pPr marL="0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4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9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3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7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1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0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100" b="1" dirty="0">
                <a:solidFill>
                  <a:srgbClr val="C00000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</a:rPr>
              <a:t>(Affiliated to Andhra University)</a:t>
            </a:r>
            <a:endParaRPr lang="en-US" sz="3100" b="1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accent1">
                  <a:satMod val="280000"/>
                  <a:tint val="100000"/>
                  <a:alpha val="57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  <a:latin typeface="Times New Roman" panose="02020603050405020304" pitchFamily="18" charset="0"/>
              <a:ea typeface="Barlow"/>
              <a:cs typeface="Times New Roman" panose="02020603050405020304" pitchFamily="18" charset="0"/>
            </a:endParaRPr>
          </a:p>
        </p:txBody>
      </p:sp>
      <p:pic>
        <p:nvPicPr>
          <p:cNvPr id="13" name="Content Placeholder 6">
            <a:extLst>
              <a:ext uri="{FF2B5EF4-FFF2-40B4-BE49-F238E27FC236}">
                <a16:creationId xmlns:a16="http://schemas.microsoft.com/office/drawing/2014/main" id="{37305A56-17C9-77FB-EF37-11BD112BE5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674"/>
          <a:stretch>
            <a:fillRect/>
          </a:stretch>
        </p:blipFill>
        <p:spPr>
          <a:xfrm>
            <a:off x="10928119" y="12913"/>
            <a:ext cx="1244763" cy="11215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88010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76F15-AB63-05F4-55C6-B82742BC5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94090" y="2418736"/>
            <a:ext cx="4925961" cy="2693886"/>
          </a:xfrm>
        </p:spPr>
        <p:txBody>
          <a:bodyPr>
            <a:normAutofit fontScale="90000"/>
          </a:bodyPr>
          <a:lstStyle/>
          <a:p>
            <a:r>
              <a:rPr lang="en-US" sz="10700" dirty="0">
                <a:latin typeface="Algerian" panose="04020705040A02060702" pitchFamily="82" charset="0"/>
              </a:rPr>
              <a:t>Haptic</a:t>
            </a:r>
            <a:r>
              <a:rPr lang="en-US" sz="6600" dirty="0">
                <a:latin typeface="Algerian" panose="04020705040A02060702" pitchFamily="82" charset="0"/>
              </a:rPr>
              <a:t> </a:t>
            </a:r>
            <a:br>
              <a:rPr lang="en-US" sz="6600" dirty="0">
                <a:latin typeface="Algerian" panose="04020705040A02060702" pitchFamily="82" charset="0"/>
              </a:rPr>
            </a:br>
            <a:r>
              <a:rPr lang="en-US" sz="6600" dirty="0">
                <a:latin typeface="Algerian" panose="04020705040A02060702" pitchFamily="82" charset="0"/>
              </a:rPr>
              <a:t>Technology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sz="2400" dirty="0">
                <a:latin typeface="Algerian" panose="04020705040A02060702" pitchFamily="82" charset="0"/>
              </a:rPr>
              <a:t>“Beyond The Screen : Where touch meets technology”</a:t>
            </a:r>
            <a:endParaRPr lang="en-IN" sz="2400" dirty="0">
              <a:latin typeface="Algerian" panose="04020705040A02060702" pitchFamily="8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F1A89E-56A7-17CD-C7E6-866441DE38F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"/>
            <a:ext cx="12192000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32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Picture 184">
            <a:extLst>
              <a:ext uri="{FF2B5EF4-FFF2-40B4-BE49-F238E27FC236}">
                <a16:creationId xmlns:a16="http://schemas.microsoft.com/office/drawing/2014/main" id="{1E8F9D60-1DEA-0468-CB71-48E92D712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8" y="0"/>
            <a:ext cx="5943600" cy="68606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23A5715-D1D6-0CA8-B8C7-F717EB09E17C}"/>
              </a:ext>
            </a:extLst>
          </p:cNvPr>
          <p:cNvSpPr txBox="1"/>
          <p:nvPr/>
        </p:nvSpPr>
        <p:spPr>
          <a:xfrm>
            <a:off x="6096001" y="494522"/>
            <a:ext cx="2040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Contents: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D4F9E8-1240-D121-0ECE-99EE335037BB}"/>
              </a:ext>
            </a:extLst>
          </p:cNvPr>
          <p:cNvSpPr txBox="1"/>
          <p:nvPr/>
        </p:nvSpPr>
        <p:spPr>
          <a:xfrm>
            <a:off x="6445121" y="1140853"/>
            <a:ext cx="609755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Haptic Feedback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Haptic Perception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Haptic Devices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Growth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052937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617256-2EE0-BB43-188D-B56F238DC7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608A27-999B-0D60-B082-1BCEF6D85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42" y="157319"/>
            <a:ext cx="2878394" cy="67189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32F18-7AC7-3D50-0E0F-64E0EE7C4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608" y="970864"/>
            <a:ext cx="11310784" cy="491627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Haptic technology is a cutting-edge field that focuses on the sense of touch.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user interfaces that rely solely on visual and auditory feedback, haptic technology adds the sense of touch to the interaction.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enables users to perceive and manipulate virtual or remote objects through tactile sensations.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Haptic feedback can range from simple vibrations to complex force simulations, providing a more immersive and intuitive user experience.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haptic technology span various industries, including gaming, healthcare, automotive, education, and more.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enhancing human-computer interaction with tactile feedback, haptic technology opens up new possibilities for innovation and user engagement.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Haptic technology leverages sensory interfaces to mimic the sense of touch, allowing users to feel textures, shapes, and forces in virtual environments.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facilitates realistic simulations and interactions, enhancing training programs, medical procedures, and design processes by providing users with tactile feedback that closely resembles real-world experiences.</a:t>
            </a:r>
          </a:p>
        </p:txBody>
      </p:sp>
    </p:spTree>
    <p:extLst>
      <p:ext uri="{BB962C8B-B14F-4D97-AF65-F5344CB8AC3E}">
        <p14:creationId xmlns:p14="http://schemas.microsoft.com/office/powerpoint/2010/main" val="3097331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DF6B8A-C4AE-58B8-04B2-89E85E31CD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4CD26B-16AF-101A-AE15-1206B6243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55" y="240891"/>
            <a:ext cx="2058383" cy="77216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History: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3455F-DCB2-0292-B96F-75B19B404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858" y="1013051"/>
            <a:ext cx="10515600" cy="5174073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Developments:</a:t>
            </a:r>
            <a:endParaRPr lang="en-US" sz="1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Haptic technology traces its roots back to the late 19th century with telegraphy and early attempts at tactile communication.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telegraph's Morse code relied on operators sensing tactile feedback to interpret messages.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Mid-20th Century Advancements:</a:t>
            </a:r>
            <a:endParaRPr lang="en-US" sz="1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 developments emerged in the mid-20th century, notably with the creation of force-feedback joysticks for flight simulators.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early devices provided rudimentary haptic feedback to users, primarily in industrial and military contexts.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Emergence of Tactile Feedback:</a:t>
            </a:r>
            <a:endParaRPr lang="en-US" sz="1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1970s and 1980s, researchers began exploring tactile feedback for human-computer interaction.</a:t>
            </a:r>
          </a:p>
        </p:txBody>
      </p:sp>
    </p:spTree>
    <p:extLst>
      <p:ext uri="{BB962C8B-B14F-4D97-AF65-F5344CB8AC3E}">
        <p14:creationId xmlns:p14="http://schemas.microsoft.com/office/powerpoint/2010/main" val="482547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1A760D-5DF1-4508-E1EE-7D21C91241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F7E4F-B6D2-9D41-81D6-5C267BFB8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7" y="517933"/>
            <a:ext cx="10515600" cy="5863201"/>
          </a:xfrm>
        </p:spPr>
        <p:txBody>
          <a:bodyPr>
            <a:noAutofit/>
          </a:bodyPr>
          <a:lstStyle/>
          <a:p>
            <a:pPr lvl="1">
              <a:lnSpc>
                <a:spcPct val="170000"/>
              </a:lnSpc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experiments focused on simple vibrations and texture simulations.</a:t>
            </a:r>
          </a:p>
          <a:p>
            <a:pPr>
              <a:lnSpc>
                <a:spcPct val="170000"/>
              </a:lnSpc>
            </a:pP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Commercialization and Mainstream Adoption:</a:t>
            </a:r>
            <a:endParaRPr lang="en-US" sz="1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1990s saw the commercialization of haptic technology in consumer products, particularly in gaming consoles and mobile devices.</a:t>
            </a:r>
          </a:p>
          <a:p>
            <a:pPr marL="742950" lvl="1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Devices like the Nintendo 64's Rumble Pak and early mobile phones with vibrating alerts introduced haptic feedback to a broader audience.</a:t>
            </a:r>
          </a:p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Expansion into Various Fields:</a:t>
            </a:r>
            <a:endParaRPr lang="en-US" sz="1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 the past two decades, haptic technology has expanded into diverse fields, including virtual reality, medical simulation, automotive interfaces, and more.</a:t>
            </a:r>
          </a:p>
          <a:p>
            <a:pPr marL="742950" lvl="1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Advances in hardware and software have enabled increasingly sophisticated haptic experiences, revolutionizing user interaction in numerous domains.</a:t>
            </a:r>
          </a:p>
        </p:txBody>
      </p:sp>
    </p:spTree>
    <p:extLst>
      <p:ext uri="{BB962C8B-B14F-4D97-AF65-F5344CB8AC3E}">
        <p14:creationId xmlns:p14="http://schemas.microsoft.com/office/powerpoint/2010/main" val="2297931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B4CA38-6927-A7BB-D576-C7B2EEAC23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073E7C-E2E9-5542-1731-3A0063464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90" y="176979"/>
            <a:ext cx="11014832" cy="6410633"/>
          </a:xfrm>
        </p:spPr>
      </p:pic>
    </p:spTree>
    <p:extLst>
      <p:ext uri="{BB962C8B-B14F-4D97-AF65-F5344CB8AC3E}">
        <p14:creationId xmlns:p14="http://schemas.microsoft.com/office/powerpoint/2010/main" val="406701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A3104F-FA39-DF41-C584-4672BE7953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3DA7F80-4F53-2F4D-4B59-BD72265582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2711239"/>
              </p:ext>
            </p:extLst>
          </p:nvPr>
        </p:nvGraphicFramePr>
        <p:xfrm>
          <a:off x="314633" y="661359"/>
          <a:ext cx="11729883" cy="5999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E0073D9-FCD6-588A-0DAD-A23A8E4EA5D6}"/>
              </a:ext>
            </a:extLst>
          </p:cNvPr>
          <p:cNvSpPr txBox="1"/>
          <p:nvPr/>
        </p:nvSpPr>
        <p:spPr>
          <a:xfrm>
            <a:off x="147484" y="15028"/>
            <a:ext cx="3539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Haptic Feedback: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015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EB1282-35B6-10AB-71DC-3560EF038D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B876FE-4717-0BFA-B442-C44B3E32C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7" y="266803"/>
            <a:ext cx="3880481" cy="667262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Haptic Perception: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342D06-B48B-5F50-0E32-FCC3A21B5009}"/>
              </a:ext>
            </a:extLst>
          </p:cNvPr>
          <p:cNvSpPr txBox="1"/>
          <p:nvPr/>
        </p:nvSpPr>
        <p:spPr>
          <a:xfrm>
            <a:off x="314632" y="1166842"/>
            <a:ext cx="11562736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Haptic perception is a complex process involving the integration of sensory inputs, neural processing, and perceptual experiences.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mechanisms and psychophysics of haptic perception is essential for designing effective haptic feedback systems.</a:t>
            </a:r>
            <a:b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Human Sensory System Overview</a:t>
            </a:r>
            <a:endParaRPr lang="en-US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Humans possess a complex sensory system enabling perception of touch, pressure, temperature, and pain.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Haptic perception involves the sense of touch, primarily mediated by the somatosensory system.</a:t>
            </a:r>
          </a:p>
          <a:p>
            <a:pPr algn="l"/>
            <a:endParaRPr lang="en-US" sz="2000" b="1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Mechanisms</a:t>
            </a:r>
            <a:endParaRPr lang="en-US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somatosensory system consists of sensory receptors located in the skin, muscles, and joints.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receptors transduce mechanical stimuli (e.g., pressure, vibration) into neural signals.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Receptors vary in sensitivity and respond to different types of mechanical stimuli.</a:t>
            </a:r>
          </a:p>
          <a:p>
            <a:pPr algn="l"/>
            <a:endParaRPr lang="en-US" sz="2000" b="1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Psychophysics </a:t>
            </a:r>
            <a:endParaRPr lang="en-US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Psychophysics explores the relationship between physical stimuli and subjective perceptual experiences.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Thresholds such as tactile sensitivity, discrimination, and recognition play crucial roles in haptic perception.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Factors like texture, surface roughness, and object shape influence haptic perception.</a:t>
            </a:r>
          </a:p>
        </p:txBody>
      </p:sp>
    </p:spTree>
    <p:extLst>
      <p:ext uri="{BB962C8B-B14F-4D97-AF65-F5344CB8AC3E}">
        <p14:creationId xmlns:p14="http://schemas.microsoft.com/office/powerpoint/2010/main" val="2730316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4168DD-8FDA-679B-FF12-0285FD28F3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7C0616-6277-7183-5341-DEB86386E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49"/>
            <a:ext cx="2229465" cy="7794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38730A5-BE66-A87B-AF4D-8BCCBFB646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8715814"/>
              </p:ext>
            </p:extLst>
          </p:nvPr>
        </p:nvGraphicFramePr>
        <p:xfrm>
          <a:off x="720212" y="440863"/>
          <a:ext cx="10950678" cy="5556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19318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53FA4A-9052-2A24-5ABE-1CDFFAC737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8317DE-7674-002B-23E2-BF33C838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35" y="302725"/>
            <a:ext cx="2898058" cy="756623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75475E9-EA68-418D-76F9-11CAD5F367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8396307"/>
              </p:ext>
            </p:extLst>
          </p:nvPr>
        </p:nvGraphicFramePr>
        <p:xfrm>
          <a:off x="789038" y="849799"/>
          <a:ext cx="10805160" cy="5705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8997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47AFC0-D15D-A459-0A62-F902A7E7CE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61FDA1-A401-6260-E8F5-7FF16A784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121" y="193245"/>
            <a:ext cx="6858000" cy="51435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37B04-F0F7-B472-76F1-74C35C2E8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40" y="5646462"/>
            <a:ext cx="11326761" cy="7626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these elements, haptic technology bridges the gap between the digital and physical worlds, allowing us to experience and interact with virtual objects in a more realistic and immersive way.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093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4D5ADC-BA13-FB4A-581C-B05FB568AC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17AC75-2544-9B05-9DEC-F9C4A1060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360" y="64770"/>
            <a:ext cx="9057640" cy="679323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0782C6-7BC2-094F-7EE0-39A1A54F6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9479"/>
            <a:ext cx="3272996" cy="721995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Haptic Devices: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591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479B48-CDAC-D90F-0325-65F851209D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1B414D-BB21-1A7D-D586-FFA93A74D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252019" cy="6672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Growth: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66E69C8-086A-FAF1-5391-38EAB9F1CE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103" y="1116551"/>
            <a:ext cx="9515168" cy="5328494"/>
          </a:xfrm>
        </p:spPr>
      </p:pic>
    </p:spTree>
    <p:extLst>
      <p:ext uri="{BB962C8B-B14F-4D97-AF65-F5344CB8AC3E}">
        <p14:creationId xmlns:p14="http://schemas.microsoft.com/office/powerpoint/2010/main" val="1637411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9D00E0-D6C6-EBE5-2966-2CCA5CE441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01C793-1654-EBB0-9BB3-1FF4EA1F0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58" y="681037"/>
            <a:ext cx="2957052" cy="608269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666D5-D4D4-26AC-39BA-C447EEB0A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305"/>
            <a:ext cx="10515600" cy="4887657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Gaming experience can be greatly enhanced by applying force feedback 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Multi-media publishing Currently include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text,sound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images and video.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'Mechanical Documents' could be transmitted by conveying material properties 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Discovery Data display 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sensing, mining in geology (oil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gasprospecting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Arts and Creation Artists and musicians, virtual exhibitions of paintings and sculpture 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operation iDrive in BMW and Rolls Royce Engineering CAD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and Training surgical training, pilot training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Reality (VR) and Augmented Reality (AR)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Gaming and Simulation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Training and Rehabilitation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Industrial Design and Prototyping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 Control and Teleoperation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907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3D5176-494F-9BF6-AE93-12355DC9DB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6388D1-FD49-24C4-3A62-E366DA63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799735" cy="6672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99A70-F92B-9093-21E1-4DC6FF2EE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348" y="1397513"/>
            <a:ext cx="5011994" cy="436418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benefits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fatigue.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productivity and comfort.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Decreased learning times.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manipulation errors.</a:t>
            </a:r>
          </a:p>
          <a:p>
            <a:pPr>
              <a:lnSpc>
                <a:spcPct val="150000"/>
              </a:lnSpc>
            </a:pPr>
            <a:r>
              <a:rPr lang="en-IN" sz="18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Stress Reduction and Relaxation</a:t>
            </a:r>
          </a:p>
          <a:p>
            <a:pPr>
              <a:lnSpc>
                <a:spcPct val="150000"/>
              </a:lnSpc>
            </a:pPr>
            <a:r>
              <a:rPr lang="en-US" sz="18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Safety in Hazardous Environments</a:t>
            </a:r>
            <a:endParaRPr lang="en-IN" sz="18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8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Spatial Awareness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319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6D20ED-2338-C1EE-5A01-32D45FDA42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7322E0-5B4E-4AD2-90A4-71B42782D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886235"/>
            <a:ext cx="2642419" cy="677094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D0CFB-F89F-8BEB-20F7-B93147809AEA}"/>
              </a:ext>
            </a:extLst>
          </p:cNvPr>
          <p:cNvSpPr txBox="1"/>
          <p:nvPr/>
        </p:nvSpPr>
        <p:spPr>
          <a:xfrm>
            <a:off x="7057356" y="2136338"/>
            <a:ext cx="4139379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Advances in Haptic Technology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Development of more sophisticated haptic devices with greater fidelity and versatility.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Artificial Intelligence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Leveraging AI algorithms for more realistic and adaptive haptic simulations.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Haptic Internet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Exploration of haptic communication networks for remote tactile interactions.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B18A0B-49BC-B237-C674-5F7AF58C346F}"/>
              </a:ext>
            </a:extLst>
          </p:cNvPr>
          <p:cNvSpPr txBox="1"/>
          <p:nvPr/>
        </p:nvSpPr>
        <p:spPr>
          <a:xfrm>
            <a:off x="1435510" y="2136338"/>
            <a:ext cx="3303639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is high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weight and size of haptic devices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Haptic interfaces can only exert forces with limited magnitude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haptic projects rely on fixed installations and they are not easily portable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2F10BE-1632-6DB0-589D-330B1D4EDD83}"/>
              </a:ext>
            </a:extLst>
          </p:cNvPr>
          <p:cNvSpPr txBox="1"/>
          <p:nvPr/>
        </p:nvSpPr>
        <p:spPr>
          <a:xfrm>
            <a:off x="5633886" y="916998"/>
            <a:ext cx="36772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Directions: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982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3BD6F6-5B46-5016-EA57-18C73D47F8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2EB1B9-A626-5519-9A34-52240F468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681748" cy="62793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AA1F-43A6-8A1B-19F6-29117DDFB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961"/>
            <a:ext cx="10515600" cy="3936078"/>
          </a:xfrm>
        </p:spPr>
        <p:txBody>
          <a:bodyPr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Haptic technology has the potential to revolutionize how we interact with digital content and the physical world, offering new dimensions of sensory experiences.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haptic technology becomes more widespread and accessible, it is essential to consider usability, accessibility, and ethical implications to ensure inclusive and responsible deployment.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journey of haptic technology is just beginning, and the possibilities for innovation and creativity are limitless. Embracing this technology opens doors to exciting new opportunities for human-computer interaction and beyond.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concise conclusion slide provides a wrap-up of the key points discussed in the presentation, offers insights into the future of haptic technology, and leaves the audience with final thoughts to ponder.</a:t>
            </a:r>
          </a:p>
        </p:txBody>
      </p:sp>
    </p:spTree>
    <p:extLst>
      <p:ext uri="{BB962C8B-B14F-4D97-AF65-F5344CB8AC3E}">
        <p14:creationId xmlns:p14="http://schemas.microsoft.com/office/powerpoint/2010/main" val="529355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69398A-61ED-DA48-A63E-4A371D4773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FF79D3-A80D-8992-2897-CBC939699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593258" cy="598436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66DB7-4834-1AAF-05BB-ED598236D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670"/>
            <a:ext cx="10675374" cy="415904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http//www.docstoc.com/docs/2685206/Introduction-to-Computer-Haptics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Hayward, O. Astley, M.C. Hernandez, 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Grant,G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Torre, Haptic Interfaces and devices, Sensor Review, Vol.24. 2004.</a:t>
            </a:r>
          </a:p>
          <a:p>
            <a:pPr algn="just">
              <a:lnSpc>
                <a:spcPct val="150000"/>
              </a:lnSpc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Mandayam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Srinivasan, What is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Haptics?,Laboratory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Human and Machine Haptics The Touch Lab, Massachusetts Institute of Technology.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Bonanni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 Lieberman, C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Vaucelle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Zuckerman,TapTap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haptic wearable for asynchronous distributed touch therapy, Proc CHI 2006.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Srinivasan,C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Basdogan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Haptics Display in Virtual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Environment,Computer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Graphics,Vol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2,1997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702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98198D-FAAD-0302-45BD-EF0F2B78E8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27706D-D4EC-8E58-9C7C-6DE832C8A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71" y="2662084"/>
            <a:ext cx="6327058" cy="1533832"/>
          </a:xfrm>
        </p:spPr>
        <p:txBody>
          <a:bodyPr>
            <a:normAutofit fontScale="90000"/>
          </a:bodyPr>
          <a:lstStyle/>
          <a:p>
            <a:r>
              <a:rPr lang="en-US" sz="115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115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051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630</TotalTime>
  <Words>1428</Words>
  <Application>Microsoft Office PowerPoint</Application>
  <PresentationFormat>Widescreen</PresentationFormat>
  <Paragraphs>151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Haptic  Technology “Beyond The Screen : Where touch meets technology”</vt:lpstr>
      <vt:lpstr>PowerPoint Presentation</vt:lpstr>
      <vt:lpstr>Introduction:</vt:lpstr>
      <vt:lpstr>History:</vt:lpstr>
      <vt:lpstr>PowerPoint Presentation</vt:lpstr>
      <vt:lpstr>PowerPoint Presentation</vt:lpstr>
      <vt:lpstr>PowerPoint Presentation</vt:lpstr>
      <vt:lpstr>Haptic Perception:</vt:lpstr>
      <vt:lpstr>Working:</vt:lpstr>
      <vt:lpstr>Architecture:</vt:lpstr>
      <vt:lpstr>PowerPoint Presentation</vt:lpstr>
      <vt:lpstr>Haptic Devices:</vt:lpstr>
      <vt:lpstr>Market Growth:</vt:lpstr>
      <vt:lpstr>Applications:</vt:lpstr>
      <vt:lpstr>Advantages:</vt:lpstr>
      <vt:lpstr>Disadvantages</vt:lpstr>
      <vt:lpstr>Conclusion:</vt:lpstr>
      <vt:lpstr>References: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Haptic  Technology “Beyond The Screen : Where touch meets technology”</dc:title>
  <dc:creator>manoj krishna</dc:creator>
  <cp:lastModifiedBy>manoj krishna</cp:lastModifiedBy>
  <cp:revision>52</cp:revision>
  <dcterms:created xsi:type="dcterms:W3CDTF">2024-04-03T06:17:50Z</dcterms:created>
  <dcterms:modified xsi:type="dcterms:W3CDTF">2024-04-12T06:39:41Z</dcterms:modified>
</cp:coreProperties>
</file>