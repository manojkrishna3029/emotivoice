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82" r:id="rId2"/>
    <p:sldId id="305" r:id="rId3"/>
    <p:sldId id="293" r:id="rId4"/>
    <p:sldId id="306" r:id="rId5"/>
    <p:sldId id="307" r:id="rId6"/>
    <p:sldId id="308" r:id="rId7"/>
    <p:sldId id="325" r:id="rId8"/>
    <p:sldId id="266" r:id="rId9"/>
    <p:sldId id="279" r:id="rId10"/>
    <p:sldId id="281" r:id="rId11"/>
    <p:sldId id="286" r:id="rId12"/>
    <p:sldId id="273" r:id="rId13"/>
    <p:sldId id="274" r:id="rId14"/>
    <p:sldId id="267" r:id="rId15"/>
    <p:sldId id="288" r:id="rId16"/>
    <p:sldId id="311" r:id="rId17"/>
    <p:sldId id="324" r:id="rId18"/>
    <p:sldId id="323" r:id="rId19"/>
    <p:sldId id="322" r:id="rId20"/>
    <p:sldId id="312" r:id="rId21"/>
    <p:sldId id="321" r:id="rId22"/>
    <p:sldId id="313" r:id="rId23"/>
    <p:sldId id="314" r:id="rId24"/>
    <p:sldId id="315" r:id="rId25"/>
    <p:sldId id="316" r:id="rId26"/>
    <p:sldId id="317" r:id="rId27"/>
    <p:sldId id="318" r:id="rId28"/>
    <p:sldId id="319" r:id="rId29"/>
    <p:sldId id="320" r:id="rId30"/>
    <p:sldId id="31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78" autoAdjust="0"/>
    <p:restoredTop sz="94660"/>
  </p:normalViewPr>
  <p:slideViewPr>
    <p:cSldViewPr snapToGrid="0">
      <p:cViewPr varScale="1">
        <p:scale>
          <a:sx n="80" d="100"/>
          <a:sy n="80" d="100"/>
        </p:scale>
        <p:origin x="4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4:10.4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4:10.8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4:10.4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4:10.8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01.86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18.3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2.2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52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34.8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3:43.3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 1,'-22'67,"-8"22</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0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38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3.7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0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4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4.8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25.15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5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5.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2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5:36.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6:30.77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3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4.77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25.12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1.21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3.4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37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8:35.7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48.9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1.8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2.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1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4.9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3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09:55.67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0.6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3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1.7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3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2.65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3.0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5.70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6.0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7.7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08.87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5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10.9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39.28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4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0.87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48.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2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0:50.5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17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52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0.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1.7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02.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2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1.97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3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2.7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trace contextRef="#ctx0" brushRef="#br0" timeOffset="1">1 0,'0'0</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5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862 116,'-861'0,"904"-3,-1-2,1-1,46-15,23-3,-14 7,-24 2,0 4,110-2,-155 13</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trace contextRef="#ctx0" brushRef="#br0" timeOffset="2">0 1,'0'0</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6.92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19.8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1.58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46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28.81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6.46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39.6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0.2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2.3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5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1 701,'74'-1,"104"-9,119-7,115-10,701-32,6 33,-504 47,-490-9,-1 5,229 63,-281-52,-42-16,48 13,-69-23,-1 0,1 0,0-1,0-1,0 0,0 0,0 0,0-1,0-1,11-2,68-28,157-81,-156 70,637-282,-725 325,15-7,-1 0,-1-1,0-1,0-1,0 0,-1 0,-1-1,0-1,0 0,-2-1,1 0,-1 0,-1-1,-1-1,0 0,10-23,-10 13</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1:44.9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5:12:01.89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449 0,'78'379,"-35"-155,-43-223,43 232,-38-188,-1 1,-2-1,-5 53,2-114,-1-1,-1 1,-7-28,1 2,-1-10,-40-260,49 168,0 0,0 140,1 1,-1 0,0 0,1-1,-1 1,-1 0,1 0,0 0,-1 0,0 0,0 0,0 1,0-1,0 0,0 1,-1 0,1-1,-1 1,1 0,-1 0,0 0,-5-2,-5-1,0 0,-1 1,1 0,-17-2,12 2,-64-14,0 4,-140-6,757 44,-507-22,-9-1,0 1,0 0,35 10,-37-6</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5T05:12:25.359"/>
    </inkml:context>
    <inkml:brush xml:id="br0">
      <inkml:brushProperty name="width" value="0.35" units="cm"/>
      <inkml:brushProperty name="height" value="0.35" units="cm"/>
      <inkml:brushProperty name="color" value="#FFFFFF"/>
    </inkml:brush>
  </inkml:definitions>
  <inkml:trace contextRef="#ctx0" brushRef="#br0">0 1 24575,'4'2'0,"0"-1"0,-1 1 0,1-1 0,0 1 0,-1 0 0,0 1 0,0-1 0,1 0 0,-1 1 0,-1 0 0,1-1 0,0 1 0,-1 1 0,1-1 0,2 4 0,6 8 0,38 30 0,2-1 0,1-3 0,3-3 0,62 35 0,24 17 0,-126-78 0,-1 0 0,-1 1 0,0 0 0,-1 1 0,17 24 0,-18-23 0,-1-1 0,2 0 0,-1-1 0,2-1 0,0 0 0,15 11 0,31 20 0,100 94 0,-50-39 0,-7 7 338,-13-12-2041</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3.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5T09:23:16.0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1528 53,'-1527'0,"1534"-1,-1-1,1 1,-1-1,0 0,10-5,20-5,28 1,0 3,0 3,1 3,70 7,-1-2,477-3,-573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8EC616-C518-4358-9496-6C33B2F5FA56}" type="slidenum">
              <a:rPr lang="en-US" smtClean="0"/>
              <a:t>7</a:t>
            </a:fld>
            <a:endParaRPr lang="en-US" dirty="0"/>
          </a:p>
        </p:txBody>
      </p:sp>
    </p:spTree>
    <p:extLst>
      <p:ext uri="{BB962C8B-B14F-4D97-AF65-F5344CB8AC3E}">
        <p14:creationId xmlns:p14="http://schemas.microsoft.com/office/powerpoint/2010/main" val="3918797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8EC616-C518-4358-9496-6C33B2F5FA56}" type="slidenum">
              <a:rPr lang="en-US" smtClean="0"/>
              <a:t>8</a:t>
            </a:fld>
            <a:endParaRPr lang="en-US" dirty="0"/>
          </a:p>
        </p:txBody>
      </p:sp>
    </p:spTree>
    <p:extLst>
      <p:ext uri="{BB962C8B-B14F-4D97-AF65-F5344CB8AC3E}">
        <p14:creationId xmlns:p14="http://schemas.microsoft.com/office/powerpoint/2010/main" val="1434957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0561DF0-3C08-4438-8167-8EDE9DD1DE76}" type="datetime1">
              <a:rPr lang="en-US" smtClean="0"/>
              <a:t>7/31/2024</a:t>
            </a:fld>
            <a:endParaRPr lang="en-US" dirty="0"/>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dirty="0"/>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4FAB73BC-B049-4115-A692-8D63A059BFB8}"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FB915A-7333-4531-A839-82F55BB29D3B}" type="datetime1">
              <a:rPr lang="en-US" smtClean="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BC829A60-29C1-4F04-B15A-1117FC18017B}" type="datetime1">
              <a:rPr lang="en-US" smtClean="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DFBA6C-CA4E-4BBC-BA1F-D1BAA2C4109A}" type="datetime1">
              <a:rPr lang="en-US" smtClean="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CAC713-AFF8-4AAB-AE4C-AC9EFC222368}" type="datetime1">
              <a:rPr lang="en-US" smtClean="0"/>
              <a:t>7/31/2024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3B0AE7-9724-4667-9F14-225B00936561}" type="datetime1">
              <a:rPr lang="en-US" smtClean="0"/>
              <a:t>7/31/2024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C806A8-2CD2-47D0-B9CA-6966EB03776B}" type="datetime1">
              <a:rPr lang="en-US" smtClean="0"/>
              <a:t>7/31/2024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F3306E-DB85-4481-BF3F-30E6687561E2}" type="datetime1">
              <a:rPr lang="en-US" smtClean="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617FC-9F20-41C5-B962-B6614977C65C}" type="datetime1">
              <a:rPr lang="en-US" smtClean="0"/>
              <a:t>7/31/2024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C1EB2-1BB5-413E-8AE3-A019756790EE}" type="datetime1">
              <a:rPr lang="en-US" smtClean="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D820FD-B71A-4D18-9897-96E88A863825}" type="datetime1">
              <a:rPr lang="en-US" smtClean="0"/>
              <a:t>7/31/2024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lumn 2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48F598-64F2-429E-B3E0-FC31DC90A0D5}"/>
              </a:ext>
            </a:extLst>
          </p:cNvPr>
          <p:cNvSpPr>
            <a:spLocks noGrp="1"/>
          </p:cNvSpPr>
          <p:nvPr>
            <p:ph type="title" hasCustomPrompt="1"/>
          </p:nvPr>
        </p:nvSpPr>
        <p:spPr>
          <a:xfrm>
            <a:off x="838200" y="649956"/>
            <a:ext cx="10515600" cy="726137"/>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530240"/>
            <a:ext cx="12192001" cy="889369"/>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1277759" y="2063838"/>
            <a:ext cx="4626764" cy="422365"/>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1277551" y="2486203"/>
            <a:ext cx="4626293"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6351708" y="2063837"/>
            <a:ext cx="4626763" cy="422365"/>
          </a:xfrm>
          <a:prstGeom prst="rect">
            <a:avLst/>
          </a:prstGeom>
        </p:spPr>
        <p:txBody>
          <a:bodyPr>
            <a:norm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6352188" y="2486202"/>
            <a:ext cx="4626293"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AE4E3392-5868-4F6C-BFCC-ECCB66A3B2C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ED975EE-261C-47D3-A9E5-7401C706A46E}"/>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C727BB3A-38A2-4A8E-88C2-55FAE758D5AC}"/>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1809192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lumn 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3E9C-104B-4460-A48D-0C2C5329B84B}"/>
              </a:ext>
            </a:extLst>
          </p:cNvPr>
          <p:cNvSpPr>
            <a:spLocks noGrp="1"/>
          </p:cNvSpPr>
          <p:nvPr>
            <p:ph type="title" hasCustomPrompt="1"/>
          </p:nvPr>
        </p:nvSpPr>
        <p:spPr>
          <a:xfrm>
            <a:off x="838200" y="640431"/>
            <a:ext cx="10515600" cy="726137"/>
          </a:xfrm>
          <a:prstGeom prst="rect">
            <a:avLst/>
          </a:prstGeom>
        </p:spPr>
        <p:txBody>
          <a:bodyPr anchor="ctr"/>
          <a:lstStyle>
            <a:lvl1pPr algn="r">
              <a:defRPr sz="3200" cap="all" spc="200" baseline="0">
                <a:solidFill>
                  <a:schemeClr val="accent4"/>
                </a:solidFill>
              </a:defRPr>
            </a:lvl1pPr>
          </a:lstStyle>
          <a:p>
            <a:r>
              <a:rPr lang="en-US" dirty="0"/>
              <a:t>Click to add title</a:t>
            </a:r>
          </a:p>
        </p:txBody>
      </p:sp>
      <p:sp>
        <p:nvSpPr>
          <p:cNvPr id="11" name="Rectangle 10">
            <a:extLst>
              <a:ext uri="{FF2B5EF4-FFF2-40B4-BE49-F238E27FC236}">
                <a16:creationId xmlns:a16="http://schemas.microsoft.com/office/drawing/2014/main" id="{716DDC2F-7D33-44CF-9D9F-B342720BBC65}"/>
              </a:ext>
              <a:ext uri="{C183D7F6-B498-43B3-948B-1728B52AA6E4}">
                <adec:decorative xmlns:adec="http://schemas.microsoft.com/office/drawing/2017/decorative" val="1"/>
              </a:ext>
            </a:extLst>
          </p:cNvPr>
          <p:cNvSpPr/>
          <p:nvPr userDrawn="1"/>
        </p:nvSpPr>
        <p:spPr>
          <a:xfrm>
            <a:off x="-1" y="530240"/>
            <a:ext cx="12192000" cy="889369"/>
          </a:xfrm>
          <a:prstGeom prst="rect">
            <a:avLst/>
          </a:prstGeom>
          <a:solidFill>
            <a:schemeClr val="accent6">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4">
            <a:extLst>
              <a:ext uri="{FF2B5EF4-FFF2-40B4-BE49-F238E27FC236}">
                <a16:creationId xmlns:a16="http://schemas.microsoft.com/office/drawing/2014/main" id="{9A8189FC-92D4-447F-BE75-86F13BA33B6C}"/>
              </a:ext>
            </a:extLst>
          </p:cNvPr>
          <p:cNvSpPr>
            <a:spLocks noGrp="1"/>
          </p:cNvSpPr>
          <p:nvPr>
            <p:ph type="body" sz="quarter" idx="13" hasCustomPrompt="1"/>
          </p:nvPr>
        </p:nvSpPr>
        <p:spPr>
          <a:xfrm>
            <a:off x="483140"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14" name="Text Placeholder 17">
            <a:extLst>
              <a:ext uri="{FF2B5EF4-FFF2-40B4-BE49-F238E27FC236}">
                <a16:creationId xmlns:a16="http://schemas.microsoft.com/office/drawing/2014/main" id="{4FDAEC9F-05AF-4D5D-AD2C-537FF767ED6A}"/>
              </a:ext>
            </a:extLst>
          </p:cNvPr>
          <p:cNvSpPr>
            <a:spLocks noGrp="1"/>
          </p:cNvSpPr>
          <p:nvPr>
            <p:ph type="body" sz="quarter" idx="16" hasCustomPrompt="1"/>
          </p:nvPr>
        </p:nvSpPr>
        <p:spPr>
          <a:xfrm>
            <a:off x="482932"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2" name="Text Placeholder 14">
            <a:extLst>
              <a:ext uri="{FF2B5EF4-FFF2-40B4-BE49-F238E27FC236}">
                <a16:creationId xmlns:a16="http://schemas.microsoft.com/office/drawing/2014/main" id="{2492CECA-D20C-47AF-A75A-44DFDE74D82D}"/>
              </a:ext>
            </a:extLst>
          </p:cNvPr>
          <p:cNvSpPr>
            <a:spLocks noGrp="1"/>
          </p:cNvSpPr>
          <p:nvPr>
            <p:ph type="body" sz="quarter" idx="17" hasCustomPrompt="1"/>
          </p:nvPr>
        </p:nvSpPr>
        <p:spPr>
          <a:xfrm>
            <a:off x="4329790"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3" name="Text Placeholder 17">
            <a:extLst>
              <a:ext uri="{FF2B5EF4-FFF2-40B4-BE49-F238E27FC236}">
                <a16:creationId xmlns:a16="http://schemas.microsoft.com/office/drawing/2014/main" id="{EEF915A4-555A-4718-876D-625A85FAB0C9}"/>
              </a:ext>
            </a:extLst>
          </p:cNvPr>
          <p:cNvSpPr>
            <a:spLocks noGrp="1"/>
          </p:cNvSpPr>
          <p:nvPr>
            <p:ph type="body" sz="quarter" idx="18" hasCustomPrompt="1"/>
          </p:nvPr>
        </p:nvSpPr>
        <p:spPr>
          <a:xfrm>
            <a:off x="4329582"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26" name="Text Placeholder 14">
            <a:extLst>
              <a:ext uri="{FF2B5EF4-FFF2-40B4-BE49-F238E27FC236}">
                <a16:creationId xmlns:a16="http://schemas.microsoft.com/office/drawing/2014/main" id="{7458D237-AB82-4392-B182-AAF3694FDB1D}"/>
              </a:ext>
            </a:extLst>
          </p:cNvPr>
          <p:cNvSpPr>
            <a:spLocks noGrp="1"/>
          </p:cNvSpPr>
          <p:nvPr>
            <p:ph type="body" sz="quarter" idx="19" hasCustomPrompt="1"/>
          </p:nvPr>
        </p:nvSpPr>
        <p:spPr>
          <a:xfrm>
            <a:off x="8175874" y="2063838"/>
            <a:ext cx="3515704" cy="422365"/>
          </a:xfrm>
          <a:prstGeom prst="rect">
            <a:avLst/>
          </a:prstGeom>
        </p:spPr>
        <p:txBody>
          <a:bodyPr>
            <a:noAutofit/>
          </a:bodyPr>
          <a:lstStyle>
            <a:lvl1pPr marL="0" indent="0" algn="l">
              <a:buNone/>
              <a:defRPr sz="2000" b="0" i="0" spc="200" baseline="0">
                <a:solidFill>
                  <a:schemeClr val="accent5"/>
                </a:solidFill>
              </a:defRPr>
            </a:lvl1pPr>
          </a:lstStyle>
          <a:p>
            <a:pPr lvl="0"/>
            <a:r>
              <a:rPr lang="en-US" dirty="0"/>
              <a:t>Click to add subtitle here </a:t>
            </a:r>
          </a:p>
        </p:txBody>
      </p:sp>
      <p:sp>
        <p:nvSpPr>
          <p:cNvPr id="27" name="Text Placeholder 17">
            <a:extLst>
              <a:ext uri="{FF2B5EF4-FFF2-40B4-BE49-F238E27FC236}">
                <a16:creationId xmlns:a16="http://schemas.microsoft.com/office/drawing/2014/main" id="{AAA9CCE2-427A-46C0-A79B-0D01E8888EEB}"/>
              </a:ext>
            </a:extLst>
          </p:cNvPr>
          <p:cNvSpPr>
            <a:spLocks noGrp="1"/>
          </p:cNvSpPr>
          <p:nvPr>
            <p:ph type="body" sz="quarter" idx="20" hasCustomPrompt="1"/>
          </p:nvPr>
        </p:nvSpPr>
        <p:spPr>
          <a:xfrm>
            <a:off x="8175666" y="2523933"/>
            <a:ext cx="3515346" cy="3325723"/>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400" spc="50" baseline="0"/>
            </a:lvl1pPr>
          </a:lstStyle>
          <a:p>
            <a:pPr lvl="0"/>
            <a:r>
              <a:rPr lang="en-US" dirty="0"/>
              <a:t>Click to add text</a:t>
            </a:r>
          </a:p>
        </p:txBody>
      </p:sp>
      <p:sp>
        <p:nvSpPr>
          <p:cNvPr id="4" name="Date Placeholder 3">
            <a:extLst>
              <a:ext uri="{FF2B5EF4-FFF2-40B4-BE49-F238E27FC236}">
                <a16:creationId xmlns:a16="http://schemas.microsoft.com/office/drawing/2014/main" id="{235A30FE-146C-418D-B68F-9EBB829D029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B6BCBBE8-05C6-4946-80F5-DE319A6FCE8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722839E0-080F-4A5D-99FB-FD1917E7F5BF}"/>
              </a:ext>
            </a:extLst>
          </p:cNvPr>
          <p:cNvSpPr>
            <a:spLocks noGrp="1"/>
          </p:cNvSpPr>
          <p:nvPr>
            <p:ph type="sldNum" sz="quarter" idx="12"/>
          </p:nvPr>
        </p:nvSpPr>
        <p:spPr/>
        <p:txBody>
          <a:bodyPr/>
          <a:lstStyle/>
          <a:p>
            <a:fld id="{F91729D4-A164-47A3-830D-E792BCE699E4}" type="slidenum">
              <a:rPr lang="en-US" smtClean="0"/>
              <a:t>‹#›</a:t>
            </a:fld>
            <a:endParaRPr lang="en-US" dirty="0"/>
          </a:p>
        </p:txBody>
      </p:sp>
    </p:spTree>
    <p:extLst>
      <p:ext uri="{BB962C8B-B14F-4D97-AF65-F5344CB8AC3E}">
        <p14:creationId xmlns:p14="http://schemas.microsoft.com/office/powerpoint/2010/main" val="2027190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5"/>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6A6DD05-FA92-4455-AC1A-781F181AB026}" type="datetime1">
              <a:rPr lang="en-US" smtClean="0"/>
              <a:t>7/31/2024</a:t>
            </a:fld>
            <a:endParaRPr lang="en-US" dirty="0"/>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FAB73BC-B049-4115-A692-8D63A059BFB8}"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customXml" Target="../ink/ink4.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6" Type="http://schemas.openxmlformats.org/officeDocument/2006/relationships/customXml" Target="../ink/ink14.xml"/><Relationship Id="rId42" Type="http://schemas.openxmlformats.org/officeDocument/2006/relationships/customXml" Target="../ink/ink29.xml"/><Relationship Id="rId47" Type="http://schemas.openxmlformats.org/officeDocument/2006/relationships/customXml" Target="../ink/ink33.xml"/><Relationship Id="rId63" Type="http://schemas.openxmlformats.org/officeDocument/2006/relationships/customXml" Target="../ink/ink49.xml"/><Relationship Id="rId68" Type="http://schemas.openxmlformats.org/officeDocument/2006/relationships/customXml" Target="../ink/ink54.xml"/><Relationship Id="rId84" Type="http://schemas.openxmlformats.org/officeDocument/2006/relationships/image" Target="../media/image16.png"/><Relationship Id="rId89" Type="http://schemas.openxmlformats.org/officeDocument/2006/relationships/customXml" Target="../ink/ink72.xml"/><Relationship Id="rId16" Type="http://schemas.openxmlformats.org/officeDocument/2006/relationships/customXml" Target="../ink/ink13.xml"/><Relationship Id="rId11" Type="http://schemas.openxmlformats.org/officeDocument/2006/relationships/image" Target="../media/image90.png"/><Relationship Id="rId32" Type="http://schemas.openxmlformats.org/officeDocument/2006/relationships/customXml" Target="../ink/ink20.xml"/><Relationship Id="rId37" Type="http://schemas.openxmlformats.org/officeDocument/2006/relationships/customXml" Target="../ink/ink24.xml"/><Relationship Id="rId53" Type="http://schemas.openxmlformats.org/officeDocument/2006/relationships/customXml" Target="../ink/ink39.xml"/><Relationship Id="rId58" Type="http://schemas.openxmlformats.org/officeDocument/2006/relationships/customXml" Target="../ink/ink44.xml"/><Relationship Id="rId74" Type="http://schemas.openxmlformats.org/officeDocument/2006/relationships/customXml" Target="../ink/ink60.xml"/><Relationship Id="rId79" Type="http://schemas.openxmlformats.org/officeDocument/2006/relationships/customXml" Target="../ink/ink65.xml"/><Relationship Id="rId102" Type="http://schemas.openxmlformats.org/officeDocument/2006/relationships/image" Target="../media/image30.png"/><Relationship Id="rId5" Type="http://schemas.openxmlformats.org/officeDocument/2006/relationships/customXml" Target="../ink/ink6.xml"/><Relationship Id="rId90" Type="http://schemas.openxmlformats.org/officeDocument/2006/relationships/customXml" Target="../ink/ink73.xml"/><Relationship Id="rId95" Type="http://schemas.openxmlformats.org/officeDocument/2006/relationships/image" Target="../media/image17.png"/><Relationship Id="rId27" Type="http://schemas.openxmlformats.org/officeDocument/2006/relationships/customXml" Target="../ink/ink15.xml"/><Relationship Id="rId43" Type="http://schemas.openxmlformats.org/officeDocument/2006/relationships/customXml" Target="../ink/ink30.xml"/><Relationship Id="rId48" Type="http://schemas.openxmlformats.org/officeDocument/2006/relationships/customXml" Target="../ink/ink34.xml"/><Relationship Id="rId64" Type="http://schemas.openxmlformats.org/officeDocument/2006/relationships/customXml" Target="../ink/ink50.xml"/><Relationship Id="rId69" Type="http://schemas.openxmlformats.org/officeDocument/2006/relationships/customXml" Target="../ink/ink55.xml"/><Relationship Id="rId8" Type="http://schemas.openxmlformats.org/officeDocument/2006/relationships/customXml" Target="../ink/ink9.xml"/><Relationship Id="rId51" Type="http://schemas.openxmlformats.org/officeDocument/2006/relationships/customXml" Target="../ink/ink37.xml"/><Relationship Id="rId72" Type="http://schemas.openxmlformats.org/officeDocument/2006/relationships/customXml" Target="../ink/ink58.xml"/><Relationship Id="rId80" Type="http://schemas.openxmlformats.org/officeDocument/2006/relationships/image" Target="../media/image14.png"/><Relationship Id="rId85" Type="http://schemas.openxmlformats.org/officeDocument/2006/relationships/customXml" Target="../ink/ink68.xml"/><Relationship Id="rId93" Type="http://schemas.openxmlformats.org/officeDocument/2006/relationships/customXml" Target="../ink/ink76.xml"/><Relationship Id="rId98" Type="http://schemas.openxmlformats.org/officeDocument/2006/relationships/image" Target="../media/image18.png"/><Relationship Id="rId12" Type="http://schemas.openxmlformats.org/officeDocument/2006/relationships/customXml" Target="../ink/ink11.xml"/><Relationship Id="rId25" Type="http://schemas.openxmlformats.org/officeDocument/2006/relationships/image" Target="../media/image12.png"/><Relationship Id="rId33" Type="http://schemas.openxmlformats.org/officeDocument/2006/relationships/customXml" Target="../ink/ink21.xml"/><Relationship Id="rId38" Type="http://schemas.openxmlformats.org/officeDocument/2006/relationships/customXml" Target="../ink/ink25.xml"/><Relationship Id="rId46" Type="http://schemas.openxmlformats.org/officeDocument/2006/relationships/customXml" Target="../ink/ink32.xml"/><Relationship Id="rId59" Type="http://schemas.openxmlformats.org/officeDocument/2006/relationships/customXml" Target="../ink/ink45.xml"/><Relationship Id="rId67" Type="http://schemas.openxmlformats.org/officeDocument/2006/relationships/customXml" Target="../ink/ink53.xml"/><Relationship Id="rId103" Type="http://schemas.openxmlformats.org/officeDocument/2006/relationships/customXml" Target="../ink/ink82.xml"/><Relationship Id="rId41" Type="http://schemas.openxmlformats.org/officeDocument/2006/relationships/customXml" Target="../ink/ink28.xml"/><Relationship Id="rId54" Type="http://schemas.openxmlformats.org/officeDocument/2006/relationships/customXml" Target="../ink/ink40.xml"/><Relationship Id="rId62" Type="http://schemas.openxmlformats.org/officeDocument/2006/relationships/customXml" Target="../ink/ink48.xml"/><Relationship Id="rId70" Type="http://schemas.openxmlformats.org/officeDocument/2006/relationships/customXml" Target="../ink/ink56.xml"/><Relationship Id="rId75" Type="http://schemas.openxmlformats.org/officeDocument/2006/relationships/customXml" Target="../ink/ink61.xml"/><Relationship Id="rId83" Type="http://schemas.openxmlformats.org/officeDocument/2006/relationships/customXml" Target="../ink/ink67.xml"/><Relationship Id="rId88" Type="http://schemas.openxmlformats.org/officeDocument/2006/relationships/customXml" Target="../ink/ink71.xml"/><Relationship Id="rId91" Type="http://schemas.openxmlformats.org/officeDocument/2006/relationships/customXml" Target="../ink/ink74.xml"/><Relationship Id="rId96" Type="http://schemas.openxmlformats.org/officeDocument/2006/relationships/customXml" Target="../ink/ink78.xml"/><Relationship Id="rId1" Type="http://schemas.openxmlformats.org/officeDocument/2006/relationships/slideLayout" Target="../slideLayouts/slideLayout13.xml"/><Relationship Id="rId6" Type="http://schemas.openxmlformats.org/officeDocument/2006/relationships/customXml" Target="../ink/ink7.xml"/><Relationship Id="rId15" Type="http://schemas.openxmlformats.org/officeDocument/2006/relationships/image" Target="../media/image10.png"/><Relationship Id="rId28" Type="http://schemas.openxmlformats.org/officeDocument/2006/relationships/customXml" Target="../ink/ink16.xml"/><Relationship Id="rId36" Type="http://schemas.openxmlformats.org/officeDocument/2006/relationships/image" Target="../media/image11.png"/><Relationship Id="rId49" Type="http://schemas.openxmlformats.org/officeDocument/2006/relationships/customXml" Target="../ink/ink35.xml"/><Relationship Id="rId57" Type="http://schemas.openxmlformats.org/officeDocument/2006/relationships/customXml" Target="../ink/ink43.xml"/><Relationship Id="rId31" Type="http://schemas.openxmlformats.org/officeDocument/2006/relationships/customXml" Target="../ink/ink19.xml"/><Relationship Id="rId44" Type="http://schemas.openxmlformats.org/officeDocument/2006/relationships/image" Target="../media/image13.png"/><Relationship Id="rId52" Type="http://schemas.openxmlformats.org/officeDocument/2006/relationships/customXml" Target="../ink/ink38.xml"/><Relationship Id="rId60" Type="http://schemas.openxmlformats.org/officeDocument/2006/relationships/customXml" Target="../ink/ink46.xml"/><Relationship Id="rId65" Type="http://schemas.openxmlformats.org/officeDocument/2006/relationships/customXml" Target="../ink/ink51.xml"/><Relationship Id="rId73" Type="http://schemas.openxmlformats.org/officeDocument/2006/relationships/customXml" Target="../ink/ink59.xml"/><Relationship Id="rId78" Type="http://schemas.openxmlformats.org/officeDocument/2006/relationships/customXml" Target="../ink/ink64.xml"/><Relationship Id="rId81" Type="http://schemas.openxmlformats.org/officeDocument/2006/relationships/customXml" Target="../ink/ink66.xml"/><Relationship Id="rId86" Type="http://schemas.openxmlformats.org/officeDocument/2006/relationships/customXml" Target="../ink/ink69.xml"/><Relationship Id="rId94" Type="http://schemas.openxmlformats.org/officeDocument/2006/relationships/customXml" Target="../ink/ink77.xml"/><Relationship Id="rId99" Type="http://schemas.openxmlformats.org/officeDocument/2006/relationships/customXml" Target="../ink/ink80.xml"/><Relationship Id="rId101" Type="http://schemas.openxmlformats.org/officeDocument/2006/relationships/customXml" Target="../ink/ink81.xml"/><Relationship Id="rId4" Type="http://schemas.openxmlformats.org/officeDocument/2006/relationships/image" Target="../media/image80.png"/><Relationship Id="rId9" Type="http://schemas.openxmlformats.org/officeDocument/2006/relationships/customXml" Target="../ink/ink10.xml"/><Relationship Id="rId13" Type="http://schemas.openxmlformats.org/officeDocument/2006/relationships/customXml" Target="../ink/ink12.xml"/><Relationship Id="rId39" Type="http://schemas.openxmlformats.org/officeDocument/2006/relationships/customXml" Target="../ink/ink26.xml"/><Relationship Id="rId34" Type="http://schemas.openxmlformats.org/officeDocument/2006/relationships/customXml" Target="../ink/ink22.xml"/><Relationship Id="rId50" Type="http://schemas.openxmlformats.org/officeDocument/2006/relationships/customXml" Target="../ink/ink36.xml"/><Relationship Id="rId55" Type="http://schemas.openxmlformats.org/officeDocument/2006/relationships/customXml" Target="../ink/ink41.xml"/><Relationship Id="rId76" Type="http://schemas.openxmlformats.org/officeDocument/2006/relationships/customXml" Target="../ink/ink62.xml"/><Relationship Id="rId97" Type="http://schemas.openxmlformats.org/officeDocument/2006/relationships/customXml" Target="../ink/ink79.xml"/><Relationship Id="rId104" Type="http://schemas.openxmlformats.org/officeDocument/2006/relationships/image" Target="../media/image20.png"/><Relationship Id="rId7" Type="http://schemas.openxmlformats.org/officeDocument/2006/relationships/customXml" Target="../ink/ink8.xml"/><Relationship Id="rId71" Type="http://schemas.openxmlformats.org/officeDocument/2006/relationships/customXml" Target="../ink/ink57.xml"/><Relationship Id="rId92" Type="http://schemas.openxmlformats.org/officeDocument/2006/relationships/customXml" Target="../ink/ink75.xml"/><Relationship Id="rId2" Type="http://schemas.openxmlformats.org/officeDocument/2006/relationships/customXml" Target="../ink/ink5.xml"/><Relationship Id="rId29" Type="http://schemas.openxmlformats.org/officeDocument/2006/relationships/customXml" Target="../ink/ink17.xml"/><Relationship Id="rId40" Type="http://schemas.openxmlformats.org/officeDocument/2006/relationships/customXml" Target="../ink/ink27.xml"/><Relationship Id="rId45" Type="http://schemas.openxmlformats.org/officeDocument/2006/relationships/customXml" Target="../ink/ink31.xml"/><Relationship Id="rId66" Type="http://schemas.openxmlformats.org/officeDocument/2006/relationships/customXml" Target="../ink/ink52.xml"/><Relationship Id="rId87" Type="http://schemas.openxmlformats.org/officeDocument/2006/relationships/customXml" Target="../ink/ink70.xml"/><Relationship Id="rId61" Type="http://schemas.openxmlformats.org/officeDocument/2006/relationships/customXml" Target="../ink/ink47.xml"/><Relationship Id="rId82" Type="http://schemas.openxmlformats.org/officeDocument/2006/relationships/image" Target="../media/image15.png"/><Relationship Id="rId30" Type="http://schemas.openxmlformats.org/officeDocument/2006/relationships/customXml" Target="../ink/ink18.xml"/><Relationship Id="rId35" Type="http://schemas.openxmlformats.org/officeDocument/2006/relationships/customXml" Target="../ink/ink23.xml"/><Relationship Id="rId56" Type="http://schemas.openxmlformats.org/officeDocument/2006/relationships/customXml" Target="../ink/ink42.xml"/><Relationship Id="rId77" Type="http://schemas.openxmlformats.org/officeDocument/2006/relationships/customXml" Target="../ink/ink63.xml"/><Relationship Id="rId100" Type="http://schemas.openxmlformats.org/officeDocument/2006/relationships/image" Target="../media/image19.png"/><Relationship Id="rId105" Type="http://schemas.openxmlformats.org/officeDocument/2006/relationships/image" Target="../media/image8.png"/></Relationships>
</file>

<file path=ppt/slides/_rels/slide16.xml.rels><?xml version="1.0" encoding="UTF-8" standalone="yes"?>
<Relationships xmlns="http://schemas.openxmlformats.org/package/2006/relationships"><Relationship Id="rId26" Type="http://schemas.openxmlformats.org/officeDocument/2006/relationships/customXml" Target="../ink/ink92.xml"/><Relationship Id="rId42" Type="http://schemas.openxmlformats.org/officeDocument/2006/relationships/customXml" Target="../ink/ink107.xml"/><Relationship Id="rId47" Type="http://schemas.openxmlformats.org/officeDocument/2006/relationships/customXml" Target="../ink/ink111.xml"/><Relationship Id="rId63" Type="http://schemas.openxmlformats.org/officeDocument/2006/relationships/customXml" Target="../ink/ink127.xml"/><Relationship Id="rId68" Type="http://schemas.openxmlformats.org/officeDocument/2006/relationships/customXml" Target="../ink/ink132.xml"/><Relationship Id="rId84" Type="http://schemas.openxmlformats.org/officeDocument/2006/relationships/image" Target="../media/image16.png"/><Relationship Id="rId89" Type="http://schemas.openxmlformats.org/officeDocument/2006/relationships/customXml" Target="../ink/ink150.xml"/><Relationship Id="rId16" Type="http://schemas.openxmlformats.org/officeDocument/2006/relationships/customXml" Target="../ink/ink91.xml"/><Relationship Id="rId11" Type="http://schemas.openxmlformats.org/officeDocument/2006/relationships/image" Target="../media/image90.png"/><Relationship Id="rId32" Type="http://schemas.openxmlformats.org/officeDocument/2006/relationships/customXml" Target="../ink/ink98.xml"/><Relationship Id="rId37" Type="http://schemas.openxmlformats.org/officeDocument/2006/relationships/customXml" Target="../ink/ink102.xml"/><Relationship Id="rId53" Type="http://schemas.openxmlformats.org/officeDocument/2006/relationships/customXml" Target="../ink/ink117.xml"/><Relationship Id="rId58" Type="http://schemas.openxmlformats.org/officeDocument/2006/relationships/customXml" Target="../ink/ink122.xml"/><Relationship Id="rId74" Type="http://schemas.openxmlformats.org/officeDocument/2006/relationships/customXml" Target="../ink/ink138.xml"/><Relationship Id="rId79" Type="http://schemas.openxmlformats.org/officeDocument/2006/relationships/customXml" Target="../ink/ink143.xml"/><Relationship Id="rId102" Type="http://schemas.openxmlformats.org/officeDocument/2006/relationships/image" Target="../media/image30.png"/><Relationship Id="rId5" Type="http://schemas.openxmlformats.org/officeDocument/2006/relationships/customXml" Target="../ink/ink84.xml"/><Relationship Id="rId90" Type="http://schemas.openxmlformats.org/officeDocument/2006/relationships/customXml" Target="../ink/ink151.xml"/><Relationship Id="rId95" Type="http://schemas.openxmlformats.org/officeDocument/2006/relationships/image" Target="../media/image17.png"/><Relationship Id="rId27" Type="http://schemas.openxmlformats.org/officeDocument/2006/relationships/customXml" Target="../ink/ink93.xml"/><Relationship Id="rId43" Type="http://schemas.openxmlformats.org/officeDocument/2006/relationships/customXml" Target="../ink/ink108.xml"/><Relationship Id="rId48" Type="http://schemas.openxmlformats.org/officeDocument/2006/relationships/customXml" Target="../ink/ink112.xml"/><Relationship Id="rId64" Type="http://schemas.openxmlformats.org/officeDocument/2006/relationships/customXml" Target="../ink/ink128.xml"/><Relationship Id="rId69" Type="http://schemas.openxmlformats.org/officeDocument/2006/relationships/customXml" Target="../ink/ink133.xml"/><Relationship Id="rId8" Type="http://schemas.openxmlformats.org/officeDocument/2006/relationships/customXml" Target="../ink/ink87.xml"/><Relationship Id="rId51" Type="http://schemas.openxmlformats.org/officeDocument/2006/relationships/customXml" Target="../ink/ink115.xml"/><Relationship Id="rId72" Type="http://schemas.openxmlformats.org/officeDocument/2006/relationships/customXml" Target="../ink/ink136.xml"/><Relationship Id="rId80" Type="http://schemas.openxmlformats.org/officeDocument/2006/relationships/image" Target="../media/image14.png"/><Relationship Id="rId85" Type="http://schemas.openxmlformats.org/officeDocument/2006/relationships/customXml" Target="../ink/ink146.xml"/><Relationship Id="rId93" Type="http://schemas.openxmlformats.org/officeDocument/2006/relationships/customXml" Target="../ink/ink154.xml"/><Relationship Id="rId98" Type="http://schemas.openxmlformats.org/officeDocument/2006/relationships/image" Target="../media/image18.png"/><Relationship Id="rId12" Type="http://schemas.openxmlformats.org/officeDocument/2006/relationships/customXml" Target="../ink/ink89.xml"/><Relationship Id="rId25" Type="http://schemas.openxmlformats.org/officeDocument/2006/relationships/image" Target="../media/image12.png"/><Relationship Id="rId33" Type="http://schemas.openxmlformats.org/officeDocument/2006/relationships/customXml" Target="../ink/ink99.xml"/><Relationship Id="rId38" Type="http://schemas.openxmlformats.org/officeDocument/2006/relationships/customXml" Target="../ink/ink103.xml"/><Relationship Id="rId46" Type="http://schemas.openxmlformats.org/officeDocument/2006/relationships/customXml" Target="../ink/ink110.xml"/><Relationship Id="rId59" Type="http://schemas.openxmlformats.org/officeDocument/2006/relationships/customXml" Target="../ink/ink123.xml"/><Relationship Id="rId67" Type="http://schemas.openxmlformats.org/officeDocument/2006/relationships/customXml" Target="../ink/ink131.xml"/><Relationship Id="rId103" Type="http://schemas.openxmlformats.org/officeDocument/2006/relationships/customXml" Target="../ink/ink160.xml"/><Relationship Id="rId41" Type="http://schemas.openxmlformats.org/officeDocument/2006/relationships/customXml" Target="../ink/ink106.xml"/><Relationship Id="rId54" Type="http://schemas.openxmlformats.org/officeDocument/2006/relationships/customXml" Target="../ink/ink118.xml"/><Relationship Id="rId62" Type="http://schemas.openxmlformats.org/officeDocument/2006/relationships/customXml" Target="../ink/ink126.xml"/><Relationship Id="rId70" Type="http://schemas.openxmlformats.org/officeDocument/2006/relationships/customXml" Target="../ink/ink134.xml"/><Relationship Id="rId75" Type="http://schemas.openxmlformats.org/officeDocument/2006/relationships/customXml" Target="../ink/ink139.xml"/><Relationship Id="rId83" Type="http://schemas.openxmlformats.org/officeDocument/2006/relationships/customXml" Target="../ink/ink145.xml"/><Relationship Id="rId88" Type="http://schemas.openxmlformats.org/officeDocument/2006/relationships/customXml" Target="../ink/ink149.xml"/><Relationship Id="rId91" Type="http://schemas.openxmlformats.org/officeDocument/2006/relationships/customXml" Target="../ink/ink152.xml"/><Relationship Id="rId96" Type="http://schemas.openxmlformats.org/officeDocument/2006/relationships/customXml" Target="../ink/ink156.xml"/><Relationship Id="rId1" Type="http://schemas.openxmlformats.org/officeDocument/2006/relationships/slideLayout" Target="../slideLayouts/slideLayout13.xml"/><Relationship Id="rId6" Type="http://schemas.openxmlformats.org/officeDocument/2006/relationships/customXml" Target="../ink/ink85.xml"/><Relationship Id="rId15" Type="http://schemas.openxmlformats.org/officeDocument/2006/relationships/image" Target="../media/image10.png"/><Relationship Id="rId28" Type="http://schemas.openxmlformats.org/officeDocument/2006/relationships/customXml" Target="../ink/ink94.xml"/><Relationship Id="rId36" Type="http://schemas.openxmlformats.org/officeDocument/2006/relationships/image" Target="../media/image11.png"/><Relationship Id="rId49" Type="http://schemas.openxmlformats.org/officeDocument/2006/relationships/customXml" Target="../ink/ink113.xml"/><Relationship Id="rId57" Type="http://schemas.openxmlformats.org/officeDocument/2006/relationships/customXml" Target="../ink/ink121.xml"/><Relationship Id="rId31" Type="http://schemas.openxmlformats.org/officeDocument/2006/relationships/customXml" Target="../ink/ink97.xml"/><Relationship Id="rId44" Type="http://schemas.openxmlformats.org/officeDocument/2006/relationships/image" Target="../media/image13.png"/><Relationship Id="rId52" Type="http://schemas.openxmlformats.org/officeDocument/2006/relationships/customXml" Target="../ink/ink116.xml"/><Relationship Id="rId60" Type="http://schemas.openxmlformats.org/officeDocument/2006/relationships/customXml" Target="../ink/ink124.xml"/><Relationship Id="rId65" Type="http://schemas.openxmlformats.org/officeDocument/2006/relationships/customXml" Target="../ink/ink129.xml"/><Relationship Id="rId73" Type="http://schemas.openxmlformats.org/officeDocument/2006/relationships/customXml" Target="../ink/ink137.xml"/><Relationship Id="rId78" Type="http://schemas.openxmlformats.org/officeDocument/2006/relationships/customXml" Target="../ink/ink142.xml"/><Relationship Id="rId81" Type="http://schemas.openxmlformats.org/officeDocument/2006/relationships/customXml" Target="../ink/ink144.xml"/><Relationship Id="rId86" Type="http://schemas.openxmlformats.org/officeDocument/2006/relationships/customXml" Target="../ink/ink147.xml"/><Relationship Id="rId94" Type="http://schemas.openxmlformats.org/officeDocument/2006/relationships/customXml" Target="../ink/ink155.xml"/><Relationship Id="rId99" Type="http://schemas.openxmlformats.org/officeDocument/2006/relationships/customXml" Target="../ink/ink158.xml"/><Relationship Id="rId101" Type="http://schemas.openxmlformats.org/officeDocument/2006/relationships/customXml" Target="../ink/ink159.xml"/><Relationship Id="rId4" Type="http://schemas.openxmlformats.org/officeDocument/2006/relationships/image" Target="../media/image80.png"/><Relationship Id="rId9" Type="http://schemas.openxmlformats.org/officeDocument/2006/relationships/customXml" Target="../ink/ink88.xml"/><Relationship Id="rId13" Type="http://schemas.openxmlformats.org/officeDocument/2006/relationships/customXml" Target="../ink/ink90.xml"/><Relationship Id="rId39" Type="http://schemas.openxmlformats.org/officeDocument/2006/relationships/customXml" Target="../ink/ink104.xml"/><Relationship Id="rId34" Type="http://schemas.openxmlformats.org/officeDocument/2006/relationships/customXml" Target="../ink/ink100.xml"/><Relationship Id="rId50" Type="http://schemas.openxmlformats.org/officeDocument/2006/relationships/customXml" Target="../ink/ink114.xml"/><Relationship Id="rId55" Type="http://schemas.openxmlformats.org/officeDocument/2006/relationships/customXml" Target="../ink/ink119.xml"/><Relationship Id="rId76" Type="http://schemas.openxmlformats.org/officeDocument/2006/relationships/customXml" Target="../ink/ink140.xml"/><Relationship Id="rId97" Type="http://schemas.openxmlformats.org/officeDocument/2006/relationships/customXml" Target="../ink/ink157.xml"/><Relationship Id="rId104" Type="http://schemas.openxmlformats.org/officeDocument/2006/relationships/image" Target="../media/image20.png"/><Relationship Id="rId7" Type="http://schemas.openxmlformats.org/officeDocument/2006/relationships/customXml" Target="../ink/ink86.xml"/><Relationship Id="rId71" Type="http://schemas.openxmlformats.org/officeDocument/2006/relationships/customXml" Target="../ink/ink135.xml"/><Relationship Id="rId92" Type="http://schemas.openxmlformats.org/officeDocument/2006/relationships/customXml" Target="../ink/ink153.xml"/><Relationship Id="rId2" Type="http://schemas.openxmlformats.org/officeDocument/2006/relationships/customXml" Target="../ink/ink83.xml"/><Relationship Id="rId29" Type="http://schemas.openxmlformats.org/officeDocument/2006/relationships/customXml" Target="../ink/ink95.xml"/><Relationship Id="rId40" Type="http://schemas.openxmlformats.org/officeDocument/2006/relationships/customXml" Target="../ink/ink105.xml"/><Relationship Id="rId45" Type="http://schemas.openxmlformats.org/officeDocument/2006/relationships/customXml" Target="../ink/ink109.xml"/><Relationship Id="rId66" Type="http://schemas.openxmlformats.org/officeDocument/2006/relationships/customXml" Target="../ink/ink130.xml"/><Relationship Id="rId87" Type="http://schemas.openxmlformats.org/officeDocument/2006/relationships/customXml" Target="../ink/ink148.xml"/><Relationship Id="rId61" Type="http://schemas.openxmlformats.org/officeDocument/2006/relationships/customXml" Target="../ink/ink125.xml"/><Relationship Id="rId82" Type="http://schemas.openxmlformats.org/officeDocument/2006/relationships/image" Target="../media/image15.png"/><Relationship Id="rId30" Type="http://schemas.openxmlformats.org/officeDocument/2006/relationships/customXml" Target="../ink/ink96.xml"/><Relationship Id="rId35" Type="http://schemas.openxmlformats.org/officeDocument/2006/relationships/customXml" Target="../ink/ink101.xml"/><Relationship Id="rId56" Type="http://schemas.openxmlformats.org/officeDocument/2006/relationships/customXml" Target="../ink/ink120.xml"/><Relationship Id="rId77" Type="http://schemas.openxmlformats.org/officeDocument/2006/relationships/customXml" Target="../ink/ink141.xml"/><Relationship Id="rId100" Type="http://schemas.openxmlformats.org/officeDocument/2006/relationships/image" Target="../media/image19.png"/><Relationship Id="rId105" Type="http://schemas.openxmlformats.org/officeDocument/2006/relationships/image" Target="../media/image9.jpg"/></Relationships>
</file>

<file path=ppt/slides/_rels/slide17.xml.rels><?xml version="1.0" encoding="UTF-8" standalone="yes"?>
<Relationships xmlns="http://schemas.openxmlformats.org/package/2006/relationships"><Relationship Id="rId26" Type="http://schemas.openxmlformats.org/officeDocument/2006/relationships/customXml" Target="../ink/ink170.xml"/><Relationship Id="rId42" Type="http://schemas.openxmlformats.org/officeDocument/2006/relationships/customXml" Target="../ink/ink185.xml"/><Relationship Id="rId47" Type="http://schemas.openxmlformats.org/officeDocument/2006/relationships/customXml" Target="../ink/ink189.xml"/><Relationship Id="rId63" Type="http://schemas.openxmlformats.org/officeDocument/2006/relationships/customXml" Target="../ink/ink205.xml"/><Relationship Id="rId68" Type="http://schemas.openxmlformats.org/officeDocument/2006/relationships/customXml" Target="../ink/ink210.xml"/><Relationship Id="rId84" Type="http://schemas.openxmlformats.org/officeDocument/2006/relationships/image" Target="../media/image16.png"/><Relationship Id="rId89" Type="http://schemas.openxmlformats.org/officeDocument/2006/relationships/customXml" Target="../ink/ink228.xml"/><Relationship Id="rId16" Type="http://schemas.openxmlformats.org/officeDocument/2006/relationships/customXml" Target="../ink/ink169.xml"/><Relationship Id="rId11" Type="http://schemas.openxmlformats.org/officeDocument/2006/relationships/image" Target="../media/image90.png"/><Relationship Id="rId32" Type="http://schemas.openxmlformats.org/officeDocument/2006/relationships/customXml" Target="../ink/ink176.xml"/><Relationship Id="rId37" Type="http://schemas.openxmlformats.org/officeDocument/2006/relationships/customXml" Target="../ink/ink180.xml"/><Relationship Id="rId53" Type="http://schemas.openxmlformats.org/officeDocument/2006/relationships/customXml" Target="../ink/ink195.xml"/><Relationship Id="rId58" Type="http://schemas.openxmlformats.org/officeDocument/2006/relationships/customXml" Target="../ink/ink200.xml"/><Relationship Id="rId74" Type="http://schemas.openxmlformats.org/officeDocument/2006/relationships/customXml" Target="../ink/ink216.xml"/><Relationship Id="rId79" Type="http://schemas.openxmlformats.org/officeDocument/2006/relationships/customXml" Target="../ink/ink221.xml"/><Relationship Id="rId102" Type="http://schemas.openxmlformats.org/officeDocument/2006/relationships/image" Target="../media/image30.png"/><Relationship Id="rId5" Type="http://schemas.openxmlformats.org/officeDocument/2006/relationships/customXml" Target="../ink/ink162.xml"/><Relationship Id="rId90" Type="http://schemas.openxmlformats.org/officeDocument/2006/relationships/customXml" Target="../ink/ink229.xml"/><Relationship Id="rId95" Type="http://schemas.openxmlformats.org/officeDocument/2006/relationships/image" Target="../media/image17.png"/><Relationship Id="rId27" Type="http://schemas.openxmlformats.org/officeDocument/2006/relationships/customXml" Target="../ink/ink171.xml"/><Relationship Id="rId43" Type="http://schemas.openxmlformats.org/officeDocument/2006/relationships/customXml" Target="../ink/ink186.xml"/><Relationship Id="rId48" Type="http://schemas.openxmlformats.org/officeDocument/2006/relationships/customXml" Target="../ink/ink190.xml"/><Relationship Id="rId64" Type="http://schemas.openxmlformats.org/officeDocument/2006/relationships/customXml" Target="../ink/ink206.xml"/><Relationship Id="rId69" Type="http://schemas.openxmlformats.org/officeDocument/2006/relationships/customXml" Target="../ink/ink211.xml"/><Relationship Id="rId8" Type="http://schemas.openxmlformats.org/officeDocument/2006/relationships/customXml" Target="../ink/ink165.xml"/><Relationship Id="rId51" Type="http://schemas.openxmlformats.org/officeDocument/2006/relationships/customXml" Target="../ink/ink193.xml"/><Relationship Id="rId72" Type="http://schemas.openxmlformats.org/officeDocument/2006/relationships/customXml" Target="../ink/ink214.xml"/><Relationship Id="rId80" Type="http://schemas.openxmlformats.org/officeDocument/2006/relationships/image" Target="../media/image14.png"/><Relationship Id="rId85" Type="http://schemas.openxmlformats.org/officeDocument/2006/relationships/customXml" Target="../ink/ink224.xml"/><Relationship Id="rId93" Type="http://schemas.openxmlformats.org/officeDocument/2006/relationships/customXml" Target="../ink/ink232.xml"/><Relationship Id="rId98" Type="http://schemas.openxmlformats.org/officeDocument/2006/relationships/image" Target="../media/image18.png"/><Relationship Id="rId12" Type="http://schemas.openxmlformats.org/officeDocument/2006/relationships/customXml" Target="../ink/ink167.xml"/><Relationship Id="rId25" Type="http://schemas.openxmlformats.org/officeDocument/2006/relationships/image" Target="../media/image12.png"/><Relationship Id="rId33" Type="http://schemas.openxmlformats.org/officeDocument/2006/relationships/customXml" Target="../ink/ink177.xml"/><Relationship Id="rId38" Type="http://schemas.openxmlformats.org/officeDocument/2006/relationships/customXml" Target="../ink/ink181.xml"/><Relationship Id="rId46" Type="http://schemas.openxmlformats.org/officeDocument/2006/relationships/customXml" Target="../ink/ink188.xml"/><Relationship Id="rId59" Type="http://schemas.openxmlformats.org/officeDocument/2006/relationships/customXml" Target="../ink/ink201.xml"/><Relationship Id="rId67" Type="http://schemas.openxmlformats.org/officeDocument/2006/relationships/customXml" Target="../ink/ink209.xml"/><Relationship Id="rId103" Type="http://schemas.openxmlformats.org/officeDocument/2006/relationships/customXml" Target="../ink/ink238.xml"/><Relationship Id="rId41" Type="http://schemas.openxmlformats.org/officeDocument/2006/relationships/customXml" Target="../ink/ink184.xml"/><Relationship Id="rId54" Type="http://schemas.openxmlformats.org/officeDocument/2006/relationships/customXml" Target="../ink/ink196.xml"/><Relationship Id="rId62" Type="http://schemas.openxmlformats.org/officeDocument/2006/relationships/customXml" Target="../ink/ink204.xml"/><Relationship Id="rId70" Type="http://schemas.openxmlformats.org/officeDocument/2006/relationships/customXml" Target="../ink/ink212.xml"/><Relationship Id="rId75" Type="http://schemas.openxmlformats.org/officeDocument/2006/relationships/customXml" Target="../ink/ink217.xml"/><Relationship Id="rId83" Type="http://schemas.openxmlformats.org/officeDocument/2006/relationships/customXml" Target="../ink/ink223.xml"/><Relationship Id="rId88" Type="http://schemas.openxmlformats.org/officeDocument/2006/relationships/customXml" Target="../ink/ink227.xml"/><Relationship Id="rId91" Type="http://schemas.openxmlformats.org/officeDocument/2006/relationships/customXml" Target="../ink/ink230.xml"/><Relationship Id="rId96" Type="http://schemas.openxmlformats.org/officeDocument/2006/relationships/customXml" Target="../ink/ink234.xml"/><Relationship Id="rId1" Type="http://schemas.openxmlformats.org/officeDocument/2006/relationships/slideLayout" Target="../slideLayouts/slideLayout13.xml"/><Relationship Id="rId6" Type="http://schemas.openxmlformats.org/officeDocument/2006/relationships/customXml" Target="../ink/ink163.xml"/><Relationship Id="rId15" Type="http://schemas.openxmlformats.org/officeDocument/2006/relationships/image" Target="../media/image10.png"/><Relationship Id="rId28" Type="http://schemas.openxmlformats.org/officeDocument/2006/relationships/customXml" Target="../ink/ink172.xml"/><Relationship Id="rId36" Type="http://schemas.openxmlformats.org/officeDocument/2006/relationships/image" Target="../media/image11.png"/><Relationship Id="rId49" Type="http://schemas.openxmlformats.org/officeDocument/2006/relationships/customXml" Target="../ink/ink191.xml"/><Relationship Id="rId57" Type="http://schemas.openxmlformats.org/officeDocument/2006/relationships/customXml" Target="../ink/ink199.xml"/><Relationship Id="rId31" Type="http://schemas.openxmlformats.org/officeDocument/2006/relationships/customXml" Target="../ink/ink175.xml"/><Relationship Id="rId44" Type="http://schemas.openxmlformats.org/officeDocument/2006/relationships/image" Target="../media/image13.png"/><Relationship Id="rId52" Type="http://schemas.openxmlformats.org/officeDocument/2006/relationships/customXml" Target="../ink/ink194.xml"/><Relationship Id="rId60" Type="http://schemas.openxmlformats.org/officeDocument/2006/relationships/customXml" Target="../ink/ink202.xml"/><Relationship Id="rId65" Type="http://schemas.openxmlformats.org/officeDocument/2006/relationships/customXml" Target="../ink/ink207.xml"/><Relationship Id="rId73" Type="http://schemas.openxmlformats.org/officeDocument/2006/relationships/customXml" Target="../ink/ink215.xml"/><Relationship Id="rId78" Type="http://schemas.openxmlformats.org/officeDocument/2006/relationships/customXml" Target="../ink/ink220.xml"/><Relationship Id="rId81" Type="http://schemas.openxmlformats.org/officeDocument/2006/relationships/customXml" Target="../ink/ink222.xml"/><Relationship Id="rId86" Type="http://schemas.openxmlformats.org/officeDocument/2006/relationships/customXml" Target="../ink/ink225.xml"/><Relationship Id="rId94" Type="http://schemas.openxmlformats.org/officeDocument/2006/relationships/customXml" Target="../ink/ink233.xml"/><Relationship Id="rId99" Type="http://schemas.openxmlformats.org/officeDocument/2006/relationships/customXml" Target="../ink/ink236.xml"/><Relationship Id="rId101" Type="http://schemas.openxmlformats.org/officeDocument/2006/relationships/customXml" Target="../ink/ink237.xml"/><Relationship Id="rId4" Type="http://schemas.openxmlformats.org/officeDocument/2006/relationships/image" Target="../media/image80.png"/><Relationship Id="rId9" Type="http://schemas.openxmlformats.org/officeDocument/2006/relationships/customXml" Target="../ink/ink166.xml"/><Relationship Id="rId13" Type="http://schemas.openxmlformats.org/officeDocument/2006/relationships/customXml" Target="../ink/ink168.xml"/><Relationship Id="rId39" Type="http://schemas.openxmlformats.org/officeDocument/2006/relationships/customXml" Target="../ink/ink182.xml"/><Relationship Id="rId34" Type="http://schemas.openxmlformats.org/officeDocument/2006/relationships/customXml" Target="../ink/ink178.xml"/><Relationship Id="rId50" Type="http://schemas.openxmlformats.org/officeDocument/2006/relationships/customXml" Target="../ink/ink192.xml"/><Relationship Id="rId55" Type="http://schemas.openxmlformats.org/officeDocument/2006/relationships/customXml" Target="../ink/ink197.xml"/><Relationship Id="rId76" Type="http://schemas.openxmlformats.org/officeDocument/2006/relationships/customXml" Target="../ink/ink218.xml"/><Relationship Id="rId97" Type="http://schemas.openxmlformats.org/officeDocument/2006/relationships/customXml" Target="../ink/ink235.xml"/><Relationship Id="rId104" Type="http://schemas.openxmlformats.org/officeDocument/2006/relationships/image" Target="../media/image20.png"/><Relationship Id="rId7" Type="http://schemas.openxmlformats.org/officeDocument/2006/relationships/customXml" Target="../ink/ink164.xml"/><Relationship Id="rId71" Type="http://schemas.openxmlformats.org/officeDocument/2006/relationships/customXml" Target="../ink/ink213.xml"/><Relationship Id="rId92" Type="http://schemas.openxmlformats.org/officeDocument/2006/relationships/customXml" Target="../ink/ink231.xml"/><Relationship Id="rId2" Type="http://schemas.openxmlformats.org/officeDocument/2006/relationships/customXml" Target="../ink/ink161.xml"/><Relationship Id="rId29" Type="http://schemas.openxmlformats.org/officeDocument/2006/relationships/customXml" Target="../ink/ink173.xml"/><Relationship Id="rId40" Type="http://schemas.openxmlformats.org/officeDocument/2006/relationships/customXml" Target="../ink/ink183.xml"/><Relationship Id="rId45" Type="http://schemas.openxmlformats.org/officeDocument/2006/relationships/customXml" Target="../ink/ink187.xml"/><Relationship Id="rId66" Type="http://schemas.openxmlformats.org/officeDocument/2006/relationships/customXml" Target="../ink/ink208.xml"/><Relationship Id="rId87" Type="http://schemas.openxmlformats.org/officeDocument/2006/relationships/customXml" Target="../ink/ink226.xml"/><Relationship Id="rId61" Type="http://schemas.openxmlformats.org/officeDocument/2006/relationships/customXml" Target="../ink/ink203.xml"/><Relationship Id="rId82" Type="http://schemas.openxmlformats.org/officeDocument/2006/relationships/image" Target="../media/image15.png"/><Relationship Id="rId30" Type="http://schemas.openxmlformats.org/officeDocument/2006/relationships/customXml" Target="../ink/ink174.xml"/><Relationship Id="rId35" Type="http://schemas.openxmlformats.org/officeDocument/2006/relationships/customXml" Target="../ink/ink179.xml"/><Relationship Id="rId56" Type="http://schemas.openxmlformats.org/officeDocument/2006/relationships/customXml" Target="../ink/ink198.xml"/><Relationship Id="rId77" Type="http://schemas.openxmlformats.org/officeDocument/2006/relationships/customXml" Target="../ink/ink219.xml"/><Relationship Id="rId100" Type="http://schemas.openxmlformats.org/officeDocument/2006/relationships/image" Target="../media/image19.png"/><Relationship Id="rId105" Type="http://schemas.openxmlformats.org/officeDocument/2006/relationships/image" Target="../media/image10.jpg"/></Relationships>
</file>

<file path=ppt/slides/_rels/slide18.xml.rels><?xml version="1.0" encoding="UTF-8" standalone="yes"?>
<Relationships xmlns="http://schemas.openxmlformats.org/package/2006/relationships"><Relationship Id="rId26" Type="http://schemas.openxmlformats.org/officeDocument/2006/relationships/customXml" Target="../ink/ink248.xml"/><Relationship Id="rId42" Type="http://schemas.openxmlformats.org/officeDocument/2006/relationships/customXml" Target="../ink/ink263.xml"/><Relationship Id="rId47" Type="http://schemas.openxmlformats.org/officeDocument/2006/relationships/customXml" Target="../ink/ink267.xml"/><Relationship Id="rId63" Type="http://schemas.openxmlformats.org/officeDocument/2006/relationships/customXml" Target="../ink/ink283.xml"/><Relationship Id="rId68" Type="http://schemas.openxmlformats.org/officeDocument/2006/relationships/customXml" Target="../ink/ink288.xml"/><Relationship Id="rId84" Type="http://schemas.openxmlformats.org/officeDocument/2006/relationships/image" Target="../media/image16.png"/><Relationship Id="rId89" Type="http://schemas.openxmlformats.org/officeDocument/2006/relationships/customXml" Target="../ink/ink306.xml"/><Relationship Id="rId16" Type="http://schemas.openxmlformats.org/officeDocument/2006/relationships/customXml" Target="../ink/ink247.xml"/><Relationship Id="rId11" Type="http://schemas.openxmlformats.org/officeDocument/2006/relationships/image" Target="../media/image90.png"/><Relationship Id="rId32" Type="http://schemas.openxmlformats.org/officeDocument/2006/relationships/customXml" Target="../ink/ink254.xml"/><Relationship Id="rId37" Type="http://schemas.openxmlformats.org/officeDocument/2006/relationships/customXml" Target="../ink/ink258.xml"/><Relationship Id="rId53" Type="http://schemas.openxmlformats.org/officeDocument/2006/relationships/customXml" Target="../ink/ink273.xml"/><Relationship Id="rId58" Type="http://schemas.openxmlformats.org/officeDocument/2006/relationships/customXml" Target="../ink/ink278.xml"/><Relationship Id="rId74" Type="http://schemas.openxmlformats.org/officeDocument/2006/relationships/customXml" Target="../ink/ink294.xml"/><Relationship Id="rId79" Type="http://schemas.openxmlformats.org/officeDocument/2006/relationships/customXml" Target="../ink/ink299.xml"/><Relationship Id="rId102" Type="http://schemas.openxmlformats.org/officeDocument/2006/relationships/image" Target="../media/image30.png"/><Relationship Id="rId5" Type="http://schemas.openxmlformats.org/officeDocument/2006/relationships/customXml" Target="../ink/ink240.xml"/><Relationship Id="rId90" Type="http://schemas.openxmlformats.org/officeDocument/2006/relationships/customXml" Target="../ink/ink307.xml"/><Relationship Id="rId95" Type="http://schemas.openxmlformats.org/officeDocument/2006/relationships/image" Target="../media/image17.png"/><Relationship Id="rId27" Type="http://schemas.openxmlformats.org/officeDocument/2006/relationships/customXml" Target="../ink/ink249.xml"/><Relationship Id="rId43" Type="http://schemas.openxmlformats.org/officeDocument/2006/relationships/customXml" Target="../ink/ink264.xml"/><Relationship Id="rId48" Type="http://schemas.openxmlformats.org/officeDocument/2006/relationships/customXml" Target="../ink/ink268.xml"/><Relationship Id="rId64" Type="http://schemas.openxmlformats.org/officeDocument/2006/relationships/customXml" Target="../ink/ink284.xml"/><Relationship Id="rId69" Type="http://schemas.openxmlformats.org/officeDocument/2006/relationships/customXml" Target="../ink/ink289.xml"/><Relationship Id="rId8" Type="http://schemas.openxmlformats.org/officeDocument/2006/relationships/customXml" Target="../ink/ink243.xml"/><Relationship Id="rId51" Type="http://schemas.openxmlformats.org/officeDocument/2006/relationships/customXml" Target="../ink/ink271.xml"/><Relationship Id="rId72" Type="http://schemas.openxmlformats.org/officeDocument/2006/relationships/customXml" Target="../ink/ink292.xml"/><Relationship Id="rId80" Type="http://schemas.openxmlformats.org/officeDocument/2006/relationships/image" Target="../media/image14.png"/><Relationship Id="rId85" Type="http://schemas.openxmlformats.org/officeDocument/2006/relationships/customXml" Target="../ink/ink302.xml"/><Relationship Id="rId93" Type="http://schemas.openxmlformats.org/officeDocument/2006/relationships/customXml" Target="../ink/ink310.xml"/><Relationship Id="rId98" Type="http://schemas.openxmlformats.org/officeDocument/2006/relationships/image" Target="../media/image18.png"/><Relationship Id="rId12" Type="http://schemas.openxmlformats.org/officeDocument/2006/relationships/customXml" Target="../ink/ink245.xml"/><Relationship Id="rId25" Type="http://schemas.openxmlformats.org/officeDocument/2006/relationships/image" Target="../media/image12.png"/><Relationship Id="rId33" Type="http://schemas.openxmlformats.org/officeDocument/2006/relationships/customXml" Target="../ink/ink255.xml"/><Relationship Id="rId38" Type="http://schemas.openxmlformats.org/officeDocument/2006/relationships/customXml" Target="../ink/ink259.xml"/><Relationship Id="rId46" Type="http://schemas.openxmlformats.org/officeDocument/2006/relationships/customXml" Target="../ink/ink266.xml"/><Relationship Id="rId59" Type="http://schemas.openxmlformats.org/officeDocument/2006/relationships/customXml" Target="../ink/ink279.xml"/><Relationship Id="rId67" Type="http://schemas.openxmlformats.org/officeDocument/2006/relationships/customXml" Target="../ink/ink287.xml"/><Relationship Id="rId103" Type="http://schemas.openxmlformats.org/officeDocument/2006/relationships/customXml" Target="../ink/ink316.xml"/><Relationship Id="rId41" Type="http://schemas.openxmlformats.org/officeDocument/2006/relationships/customXml" Target="../ink/ink262.xml"/><Relationship Id="rId54" Type="http://schemas.openxmlformats.org/officeDocument/2006/relationships/customXml" Target="../ink/ink274.xml"/><Relationship Id="rId62" Type="http://schemas.openxmlformats.org/officeDocument/2006/relationships/customXml" Target="../ink/ink282.xml"/><Relationship Id="rId70" Type="http://schemas.openxmlformats.org/officeDocument/2006/relationships/customXml" Target="../ink/ink290.xml"/><Relationship Id="rId75" Type="http://schemas.openxmlformats.org/officeDocument/2006/relationships/customXml" Target="../ink/ink295.xml"/><Relationship Id="rId83" Type="http://schemas.openxmlformats.org/officeDocument/2006/relationships/customXml" Target="../ink/ink301.xml"/><Relationship Id="rId88" Type="http://schemas.openxmlformats.org/officeDocument/2006/relationships/customXml" Target="../ink/ink305.xml"/><Relationship Id="rId91" Type="http://schemas.openxmlformats.org/officeDocument/2006/relationships/customXml" Target="../ink/ink308.xml"/><Relationship Id="rId96" Type="http://schemas.openxmlformats.org/officeDocument/2006/relationships/customXml" Target="../ink/ink312.xml"/><Relationship Id="rId1" Type="http://schemas.openxmlformats.org/officeDocument/2006/relationships/slideLayout" Target="../slideLayouts/slideLayout13.xml"/><Relationship Id="rId6" Type="http://schemas.openxmlformats.org/officeDocument/2006/relationships/customXml" Target="../ink/ink241.xml"/><Relationship Id="rId15" Type="http://schemas.openxmlformats.org/officeDocument/2006/relationships/image" Target="../media/image10.png"/><Relationship Id="rId28" Type="http://schemas.openxmlformats.org/officeDocument/2006/relationships/customXml" Target="../ink/ink250.xml"/><Relationship Id="rId36" Type="http://schemas.openxmlformats.org/officeDocument/2006/relationships/image" Target="../media/image11.png"/><Relationship Id="rId49" Type="http://schemas.openxmlformats.org/officeDocument/2006/relationships/customXml" Target="../ink/ink269.xml"/><Relationship Id="rId57" Type="http://schemas.openxmlformats.org/officeDocument/2006/relationships/customXml" Target="../ink/ink277.xml"/><Relationship Id="rId31" Type="http://schemas.openxmlformats.org/officeDocument/2006/relationships/customXml" Target="../ink/ink253.xml"/><Relationship Id="rId44" Type="http://schemas.openxmlformats.org/officeDocument/2006/relationships/image" Target="../media/image13.png"/><Relationship Id="rId52" Type="http://schemas.openxmlformats.org/officeDocument/2006/relationships/customXml" Target="../ink/ink272.xml"/><Relationship Id="rId60" Type="http://schemas.openxmlformats.org/officeDocument/2006/relationships/customXml" Target="../ink/ink280.xml"/><Relationship Id="rId65" Type="http://schemas.openxmlformats.org/officeDocument/2006/relationships/customXml" Target="../ink/ink285.xml"/><Relationship Id="rId73" Type="http://schemas.openxmlformats.org/officeDocument/2006/relationships/customXml" Target="../ink/ink293.xml"/><Relationship Id="rId78" Type="http://schemas.openxmlformats.org/officeDocument/2006/relationships/customXml" Target="../ink/ink298.xml"/><Relationship Id="rId81" Type="http://schemas.openxmlformats.org/officeDocument/2006/relationships/customXml" Target="../ink/ink300.xml"/><Relationship Id="rId86" Type="http://schemas.openxmlformats.org/officeDocument/2006/relationships/customXml" Target="../ink/ink303.xml"/><Relationship Id="rId94" Type="http://schemas.openxmlformats.org/officeDocument/2006/relationships/customXml" Target="../ink/ink311.xml"/><Relationship Id="rId99" Type="http://schemas.openxmlformats.org/officeDocument/2006/relationships/customXml" Target="../ink/ink314.xml"/><Relationship Id="rId101" Type="http://schemas.openxmlformats.org/officeDocument/2006/relationships/customXml" Target="../ink/ink315.xml"/><Relationship Id="rId4" Type="http://schemas.openxmlformats.org/officeDocument/2006/relationships/image" Target="../media/image80.png"/><Relationship Id="rId9" Type="http://schemas.openxmlformats.org/officeDocument/2006/relationships/customXml" Target="../ink/ink244.xml"/><Relationship Id="rId13" Type="http://schemas.openxmlformats.org/officeDocument/2006/relationships/customXml" Target="../ink/ink246.xml"/><Relationship Id="rId39" Type="http://schemas.openxmlformats.org/officeDocument/2006/relationships/customXml" Target="../ink/ink260.xml"/><Relationship Id="rId34" Type="http://schemas.openxmlformats.org/officeDocument/2006/relationships/customXml" Target="../ink/ink256.xml"/><Relationship Id="rId50" Type="http://schemas.openxmlformats.org/officeDocument/2006/relationships/customXml" Target="../ink/ink270.xml"/><Relationship Id="rId55" Type="http://schemas.openxmlformats.org/officeDocument/2006/relationships/customXml" Target="../ink/ink275.xml"/><Relationship Id="rId76" Type="http://schemas.openxmlformats.org/officeDocument/2006/relationships/customXml" Target="../ink/ink296.xml"/><Relationship Id="rId97" Type="http://schemas.openxmlformats.org/officeDocument/2006/relationships/customXml" Target="../ink/ink313.xml"/><Relationship Id="rId104" Type="http://schemas.openxmlformats.org/officeDocument/2006/relationships/image" Target="../media/image20.png"/><Relationship Id="rId7" Type="http://schemas.openxmlformats.org/officeDocument/2006/relationships/customXml" Target="../ink/ink242.xml"/><Relationship Id="rId71" Type="http://schemas.openxmlformats.org/officeDocument/2006/relationships/customXml" Target="../ink/ink291.xml"/><Relationship Id="rId92" Type="http://schemas.openxmlformats.org/officeDocument/2006/relationships/customXml" Target="../ink/ink309.xml"/><Relationship Id="rId2" Type="http://schemas.openxmlformats.org/officeDocument/2006/relationships/customXml" Target="../ink/ink239.xml"/><Relationship Id="rId29" Type="http://schemas.openxmlformats.org/officeDocument/2006/relationships/customXml" Target="../ink/ink251.xml"/><Relationship Id="rId40" Type="http://schemas.openxmlformats.org/officeDocument/2006/relationships/customXml" Target="../ink/ink261.xml"/><Relationship Id="rId45" Type="http://schemas.openxmlformats.org/officeDocument/2006/relationships/customXml" Target="../ink/ink265.xml"/><Relationship Id="rId66" Type="http://schemas.openxmlformats.org/officeDocument/2006/relationships/customXml" Target="../ink/ink286.xml"/><Relationship Id="rId87" Type="http://schemas.openxmlformats.org/officeDocument/2006/relationships/customXml" Target="../ink/ink304.xml"/><Relationship Id="rId61" Type="http://schemas.openxmlformats.org/officeDocument/2006/relationships/customXml" Target="../ink/ink281.xml"/><Relationship Id="rId82" Type="http://schemas.openxmlformats.org/officeDocument/2006/relationships/image" Target="../media/image15.png"/><Relationship Id="rId30" Type="http://schemas.openxmlformats.org/officeDocument/2006/relationships/customXml" Target="../ink/ink252.xml"/><Relationship Id="rId35" Type="http://schemas.openxmlformats.org/officeDocument/2006/relationships/customXml" Target="../ink/ink257.xml"/><Relationship Id="rId56" Type="http://schemas.openxmlformats.org/officeDocument/2006/relationships/customXml" Target="../ink/ink276.xml"/><Relationship Id="rId77" Type="http://schemas.openxmlformats.org/officeDocument/2006/relationships/customXml" Target="../ink/ink297.xml"/><Relationship Id="rId100" Type="http://schemas.openxmlformats.org/officeDocument/2006/relationships/image" Target="../media/image19.png"/><Relationship Id="rId105" Type="http://schemas.openxmlformats.org/officeDocument/2006/relationships/image" Target="../media/image11.jpg"/></Relationships>
</file>

<file path=ppt/slides/_rels/slide19.xml.rels><?xml version="1.0" encoding="UTF-8" standalone="yes"?>
<Relationships xmlns="http://schemas.openxmlformats.org/package/2006/relationships"><Relationship Id="rId26" Type="http://schemas.openxmlformats.org/officeDocument/2006/relationships/customXml" Target="../ink/ink326.xml"/><Relationship Id="rId42" Type="http://schemas.openxmlformats.org/officeDocument/2006/relationships/customXml" Target="../ink/ink341.xml"/><Relationship Id="rId47" Type="http://schemas.openxmlformats.org/officeDocument/2006/relationships/customXml" Target="../ink/ink345.xml"/><Relationship Id="rId63" Type="http://schemas.openxmlformats.org/officeDocument/2006/relationships/customXml" Target="../ink/ink361.xml"/><Relationship Id="rId68" Type="http://schemas.openxmlformats.org/officeDocument/2006/relationships/customXml" Target="../ink/ink366.xml"/><Relationship Id="rId84" Type="http://schemas.openxmlformats.org/officeDocument/2006/relationships/image" Target="../media/image16.png"/><Relationship Id="rId89" Type="http://schemas.openxmlformats.org/officeDocument/2006/relationships/customXml" Target="../ink/ink384.xml"/><Relationship Id="rId16" Type="http://schemas.openxmlformats.org/officeDocument/2006/relationships/customXml" Target="../ink/ink325.xml"/><Relationship Id="rId11" Type="http://schemas.openxmlformats.org/officeDocument/2006/relationships/image" Target="../media/image90.png"/><Relationship Id="rId32" Type="http://schemas.openxmlformats.org/officeDocument/2006/relationships/customXml" Target="../ink/ink332.xml"/><Relationship Id="rId37" Type="http://schemas.openxmlformats.org/officeDocument/2006/relationships/customXml" Target="../ink/ink336.xml"/><Relationship Id="rId53" Type="http://schemas.openxmlformats.org/officeDocument/2006/relationships/customXml" Target="../ink/ink351.xml"/><Relationship Id="rId58" Type="http://schemas.openxmlformats.org/officeDocument/2006/relationships/customXml" Target="../ink/ink356.xml"/><Relationship Id="rId74" Type="http://schemas.openxmlformats.org/officeDocument/2006/relationships/customXml" Target="../ink/ink372.xml"/><Relationship Id="rId79" Type="http://schemas.openxmlformats.org/officeDocument/2006/relationships/customXml" Target="../ink/ink377.xml"/><Relationship Id="rId102" Type="http://schemas.openxmlformats.org/officeDocument/2006/relationships/image" Target="../media/image30.png"/><Relationship Id="rId5" Type="http://schemas.openxmlformats.org/officeDocument/2006/relationships/customXml" Target="../ink/ink318.xml"/><Relationship Id="rId90" Type="http://schemas.openxmlformats.org/officeDocument/2006/relationships/customXml" Target="../ink/ink385.xml"/><Relationship Id="rId95" Type="http://schemas.openxmlformats.org/officeDocument/2006/relationships/image" Target="../media/image17.png"/><Relationship Id="rId27" Type="http://schemas.openxmlformats.org/officeDocument/2006/relationships/customXml" Target="../ink/ink327.xml"/><Relationship Id="rId43" Type="http://schemas.openxmlformats.org/officeDocument/2006/relationships/customXml" Target="../ink/ink342.xml"/><Relationship Id="rId48" Type="http://schemas.openxmlformats.org/officeDocument/2006/relationships/customXml" Target="../ink/ink346.xml"/><Relationship Id="rId64" Type="http://schemas.openxmlformats.org/officeDocument/2006/relationships/customXml" Target="../ink/ink362.xml"/><Relationship Id="rId69" Type="http://schemas.openxmlformats.org/officeDocument/2006/relationships/customXml" Target="../ink/ink367.xml"/><Relationship Id="rId8" Type="http://schemas.openxmlformats.org/officeDocument/2006/relationships/customXml" Target="../ink/ink321.xml"/><Relationship Id="rId51" Type="http://schemas.openxmlformats.org/officeDocument/2006/relationships/customXml" Target="../ink/ink349.xml"/><Relationship Id="rId72" Type="http://schemas.openxmlformats.org/officeDocument/2006/relationships/customXml" Target="../ink/ink370.xml"/><Relationship Id="rId80" Type="http://schemas.openxmlformats.org/officeDocument/2006/relationships/image" Target="../media/image14.png"/><Relationship Id="rId85" Type="http://schemas.openxmlformats.org/officeDocument/2006/relationships/customXml" Target="../ink/ink380.xml"/><Relationship Id="rId93" Type="http://schemas.openxmlformats.org/officeDocument/2006/relationships/customXml" Target="../ink/ink388.xml"/><Relationship Id="rId98" Type="http://schemas.openxmlformats.org/officeDocument/2006/relationships/image" Target="../media/image18.png"/><Relationship Id="rId12" Type="http://schemas.openxmlformats.org/officeDocument/2006/relationships/customXml" Target="../ink/ink323.xml"/><Relationship Id="rId25" Type="http://schemas.openxmlformats.org/officeDocument/2006/relationships/image" Target="../media/image12.png"/><Relationship Id="rId33" Type="http://schemas.openxmlformats.org/officeDocument/2006/relationships/customXml" Target="../ink/ink333.xml"/><Relationship Id="rId38" Type="http://schemas.openxmlformats.org/officeDocument/2006/relationships/customXml" Target="../ink/ink337.xml"/><Relationship Id="rId46" Type="http://schemas.openxmlformats.org/officeDocument/2006/relationships/customXml" Target="../ink/ink344.xml"/><Relationship Id="rId59" Type="http://schemas.openxmlformats.org/officeDocument/2006/relationships/customXml" Target="../ink/ink357.xml"/><Relationship Id="rId67" Type="http://schemas.openxmlformats.org/officeDocument/2006/relationships/customXml" Target="../ink/ink365.xml"/><Relationship Id="rId103" Type="http://schemas.openxmlformats.org/officeDocument/2006/relationships/customXml" Target="../ink/ink394.xml"/><Relationship Id="rId41" Type="http://schemas.openxmlformats.org/officeDocument/2006/relationships/customXml" Target="../ink/ink340.xml"/><Relationship Id="rId54" Type="http://schemas.openxmlformats.org/officeDocument/2006/relationships/customXml" Target="../ink/ink352.xml"/><Relationship Id="rId62" Type="http://schemas.openxmlformats.org/officeDocument/2006/relationships/customXml" Target="../ink/ink360.xml"/><Relationship Id="rId70" Type="http://schemas.openxmlformats.org/officeDocument/2006/relationships/customXml" Target="../ink/ink368.xml"/><Relationship Id="rId75" Type="http://schemas.openxmlformats.org/officeDocument/2006/relationships/customXml" Target="../ink/ink373.xml"/><Relationship Id="rId83" Type="http://schemas.openxmlformats.org/officeDocument/2006/relationships/customXml" Target="../ink/ink379.xml"/><Relationship Id="rId88" Type="http://schemas.openxmlformats.org/officeDocument/2006/relationships/customXml" Target="../ink/ink383.xml"/><Relationship Id="rId91" Type="http://schemas.openxmlformats.org/officeDocument/2006/relationships/customXml" Target="../ink/ink386.xml"/><Relationship Id="rId96" Type="http://schemas.openxmlformats.org/officeDocument/2006/relationships/customXml" Target="../ink/ink390.xml"/><Relationship Id="rId1" Type="http://schemas.openxmlformats.org/officeDocument/2006/relationships/slideLayout" Target="../slideLayouts/slideLayout13.xml"/><Relationship Id="rId6" Type="http://schemas.openxmlformats.org/officeDocument/2006/relationships/customXml" Target="../ink/ink319.xml"/><Relationship Id="rId15" Type="http://schemas.openxmlformats.org/officeDocument/2006/relationships/image" Target="../media/image10.png"/><Relationship Id="rId28" Type="http://schemas.openxmlformats.org/officeDocument/2006/relationships/customXml" Target="../ink/ink328.xml"/><Relationship Id="rId36" Type="http://schemas.openxmlformats.org/officeDocument/2006/relationships/image" Target="../media/image11.png"/><Relationship Id="rId49" Type="http://schemas.openxmlformats.org/officeDocument/2006/relationships/customXml" Target="../ink/ink347.xml"/><Relationship Id="rId57" Type="http://schemas.openxmlformats.org/officeDocument/2006/relationships/customXml" Target="../ink/ink355.xml"/><Relationship Id="rId31" Type="http://schemas.openxmlformats.org/officeDocument/2006/relationships/customXml" Target="../ink/ink331.xml"/><Relationship Id="rId44" Type="http://schemas.openxmlformats.org/officeDocument/2006/relationships/image" Target="../media/image13.png"/><Relationship Id="rId52" Type="http://schemas.openxmlformats.org/officeDocument/2006/relationships/customXml" Target="../ink/ink350.xml"/><Relationship Id="rId60" Type="http://schemas.openxmlformats.org/officeDocument/2006/relationships/customXml" Target="../ink/ink358.xml"/><Relationship Id="rId65" Type="http://schemas.openxmlformats.org/officeDocument/2006/relationships/customXml" Target="../ink/ink363.xml"/><Relationship Id="rId73" Type="http://schemas.openxmlformats.org/officeDocument/2006/relationships/customXml" Target="../ink/ink371.xml"/><Relationship Id="rId78" Type="http://schemas.openxmlformats.org/officeDocument/2006/relationships/customXml" Target="../ink/ink376.xml"/><Relationship Id="rId81" Type="http://schemas.openxmlformats.org/officeDocument/2006/relationships/customXml" Target="../ink/ink378.xml"/><Relationship Id="rId86" Type="http://schemas.openxmlformats.org/officeDocument/2006/relationships/customXml" Target="../ink/ink381.xml"/><Relationship Id="rId94" Type="http://schemas.openxmlformats.org/officeDocument/2006/relationships/customXml" Target="../ink/ink389.xml"/><Relationship Id="rId99" Type="http://schemas.openxmlformats.org/officeDocument/2006/relationships/customXml" Target="../ink/ink392.xml"/><Relationship Id="rId101" Type="http://schemas.openxmlformats.org/officeDocument/2006/relationships/customXml" Target="../ink/ink393.xml"/><Relationship Id="rId4" Type="http://schemas.openxmlformats.org/officeDocument/2006/relationships/image" Target="../media/image80.png"/><Relationship Id="rId9" Type="http://schemas.openxmlformats.org/officeDocument/2006/relationships/customXml" Target="../ink/ink322.xml"/><Relationship Id="rId13" Type="http://schemas.openxmlformats.org/officeDocument/2006/relationships/customXml" Target="../ink/ink324.xml"/><Relationship Id="rId39" Type="http://schemas.openxmlformats.org/officeDocument/2006/relationships/customXml" Target="../ink/ink338.xml"/><Relationship Id="rId34" Type="http://schemas.openxmlformats.org/officeDocument/2006/relationships/customXml" Target="../ink/ink334.xml"/><Relationship Id="rId50" Type="http://schemas.openxmlformats.org/officeDocument/2006/relationships/customXml" Target="../ink/ink348.xml"/><Relationship Id="rId55" Type="http://schemas.openxmlformats.org/officeDocument/2006/relationships/customXml" Target="../ink/ink353.xml"/><Relationship Id="rId76" Type="http://schemas.openxmlformats.org/officeDocument/2006/relationships/customXml" Target="../ink/ink374.xml"/><Relationship Id="rId97" Type="http://schemas.openxmlformats.org/officeDocument/2006/relationships/customXml" Target="../ink/ink391.xml"/><Relationship Id="rId104" Type="http://schemas.openxmlformats.org/officeDocument/2006/relationships/image" Target="../media/image20.png"/><Relationship Id="rId7" Type="http://schemas.openxmlformats.org/officeDocument/2006/relationships/customXml" Target="../ink/ink320.xml"/><Relationship Id="rId71" Type="http://schemas.openxmlformats.org/officeDocument/2006/relationships/customXml" Target="../ink/ink369.xml"/><Relationship Id="rId92" Type="http://schemas.openxmlformats.org/officeDocument/2006/relationships/customXml" Target="../ink/ink387.xml"/><Relationship Id="rId2" Type="http://schemas.openxmlformats.org/officeDocument/2006/relationships/customXml" Target="../ink/ink317.xml"/><Relationship Id="rId29" Type="http://schemas.openxmlformats.org/officeDocument/2006/relationships/customXml" Target="../ink/ink329.xml"/><Relationship Id="rId40" Type="http://schemas.openxmlformats.org/officeDocument/2006/relationships/customXml" Target="../ink/ink339.xml"/><Relationship Id="rId45" Type="http://schemas.openxmlformats.org/officeDocument/2006/relationships/customXml" Target="../ink/ink343.xml"/><Relationship Id="rId66" Type="http://schemas.openxmlformats.org/officeDocument/2006/relationships/customXml" Target="../ink/ink364.xml"/><Relationship Id="rId87" Type="http://schemas.openxmlformats.org/officeDocument/2006/relationships/customXml" Target="../ink/ink382.xml"/><Relationship Id="rId61" Type="http://schemas.openxmlformats.org/officeDocument/2006/relationships/customXml" Target="../ink/ink359.xml"/><Relationship Id="rId82" Type="http://schemas.openxmlformats.org/officeDocument/2006/relationships/image" Target="../media/image15.png"/><Relationship Id="rId30" Type="http://schemas.openxmlformats.org/officeDocument/2006/relationships/customXml" Target="../ink/ink330.xml"/><Relationship Id="rId35" Type="http://schemas.openxmlformats.org/officeDocument/2006/relationships/customXml" Target="../ink/ink335.xml"/><Relationship Id="rId56" Type="http://schemas.openxmlformats.org/officeDocument/2006/relationships/customXml" Target="../ink/ink354.xml"/><Relationship Id="rId77" Type="http://schemas.openxmlformats.org/officeDocument/2006/relationships/customXml" Target="../ink/ink375.xml"/><Relationship Id="rId100" Type="http://schemas.openxmlformats.org/officeDocument/2006/relationships/image" Target="../media/image19.png"/><Relationship Id="rId105" Type="http://schemas.openxmlformats.org/officeDocument/2006/relationships/image" Target="../media/image12.jpg"/></Relationships>
</file>

<file path=ppt/slides/_rels/slide20.xml.rels><?xml version="1.0" encoding="UTF-8" standalone="yes"?>
<Relationships xmlns="http://schemas.openxmlformats.org/package/2006/relationships"><Relationship Id="rId26" Type="http://schemas.openxmlformats.org/officeDocument/2006/relationships/customXml" Target="../ink/ink404.xml"/><Relationship Id="rId42" Type="http://schemas.openxmlformats.org/officeDocument/2006/relationships/customXml" Target="../ink/ink419.xml"/><Relationship Id="rId47" Type="http://schemas.openxmlformats.org/officeDocument/2006/relationships/customXml" Target="../ink/ink423.xml"/><Relationship Id="rId63" Type="http://schemas.openxmlformats.org/officeDocument/2006/relationships/customXml" Target="../ink/ink439.xml"/><Relationship Id="rId68" Type="http://schemas.openxmlformats.org/officeDocument/2006/relationships/customXml" Target="../ink/ink444.xml"/><Relationship Id="rId84" Type="http://schemas.openxmlformats.org/officeDocument/2006/relationships/image" Target="../media/image16.png"/><Relationship Id="rId89" Type="http://schemas.openxmlformats.org/officeDocument/2006/relationships/customXml" Target="../ink/ink462.xml"/><Relationship Id="rId16" Type="http://schemas.openxmlformats.org/officeDocument/2006/relationships/customXml" Target="../ink/ink403.xml"/><Relationship Id="rId11" Type="http://schemas.openxmlformats.org/officeDocument/2006/relationships/image" Target="../media/image90.png"/><Relationship Id="rId32" Type="http://schemas.openxmlformats.org/officeDocument/2006/relationships/customXml" Target="../ink/ink410.xml"/><Relationship Id="rId37" Type="http://schemas.openxmlformats.org/officeDocument/2006/relationships/customXml" Target="../ink/ink414.xml"/><Relationship Id="rId53" Type="http://schemas.openxmlformats.org/officeDocument/2006/relationships/customXml" Target="../ink/ink429.xml"/><Relationship Id="rId58" Type="http://schemas.openxmlformats.org/officeDocument/2006/relationships/customXml" Target="../ink/ink434.xml"/><Relationship Id="rId74" Type="http://schemas.openxmlformats.org/officeDocument/2006/relationships/customXml" Target="../ink/ink450.xml"/><Relationship Id="rId79" Type="http://schemas.openxmlformats.org/officeDocument/2006/relationships/customXml" Target="../ink/ink455.xml"/><Relationship Id="rId102" Type="http://schemas.openxmlformats.org/officeDocument/2006/relationships/image" Target="../media/image30.png"/><Relationship Id="rId5" Type="http://schemas.openxmlformats.org/officeDocument/2006/relationships/customXml" Target="../ink/ink396.xml"/><Relationship Id="rId90" Type="http://schemas.openxmlformats.org/officeDocument/2006/relationships/customXml" Target="../ink/ink463.xml"/><Relationship Id="rId95" Type="http://schemas.openxmlformats.org/officeDocument/2006/relationships/image" Target="../media/image17.png"/><Relationship Id="rId27" Type="http://schemas.openxmlformats.org/officeDocument/2006/relationships/customXml" Target="../ink/ink405.xml"/><Relationship Id="rId43" Type="http://schemas.openxmlformats.org/officeDocument/2006/relationships/customXml" Target="../ink/ink420.xml"/><Relationship Id="rId48" Type="http://schemas.openxmlformats.org/officeDocument/2006/relationships/customXml" Target="../ink/ink424.xml"/><Relationship Id="rId64" Type="http://schemas.openxmlformats.org/officeDocument/2006/relationships/customXml" Target="../ink/ink440.xml"/><Relationship Id="rId69" Type="http://schemas.openxmlformats.org/officeDocument/2006/relationships/customXml" Target="../ink/ink445.xml"/><Relationship Id="rId8" Type="http://schemas.openxmlformats.org/officeDocument/2006/relationships/customXml" Target="../ink/ink399.xml"/><Relationship Id="rId51" Type="http://schemas.openxmlformats.org/officeDocument/2006/relationships/customXml" Target="../ink/ink427.xml"/><Relationship Id="rId72" Type="http://schemas.openxmlformats.org/officeDocument/2006/relationships/customXml" Target="../ink/ink448.xml"/><Relationship Id="rId80" Type="http://schemas.openxmlformats.org/officeDocument/2006/relationships/image" Target="../media/image14.png"/><Relationship Id="rId85" Type="http://schemas.openxmlformats.org/officeDocument/2006/relationships/customXml" Target="../ink/ink458.xml"/><Relationship Id="rId93" Type="http://schemas.openxmlformats.org/officeDocument/2006/relationships/customXml" Target="../ink/ink466.xml"/><Relationship Id="rId98" Type="http://schemas.openxmlformats.org/officeDocument/2006/relationships/image" Target="../media/image18.png"/><Relationship Id="rId12" Type="http://schemas.openxmlformats.org/officeDocument/2006/relationships/customXml" Target="../ink/ink401.xml"/><Relationship Id="rId25" Type="http://schemas.openxmlformats.org/officeDocument/2006/relationships/image" Target="../media/image12.png"/><Relationship Id="rId33" Type="http://schemas.openxmlformats.org/officeDocument/2006/relationships/customXml" Target="../ink/ink411.xml"/><Relationship Id="rId38" Type="http://schemas.openxmlformats.org/officeDocument/2006/relationships/customXml" Target="../ink/ink415.xml"/><Relationship Id="rId46" Type="http://schemas.openxmlformats.org/officeDocument/2006/relationships/customXml" Target="../ink/ink422.xml"/><Relationship Id="rId59" Type="http://schemas.openxmlformats.org/officeDocument/2006/relationships/customXml" Target="../ink/ink435.xml"/><Relationship Id="rId67" Type="http://schemas.openxmlformats.org/officeDocument/2006/relationships/customXml" Target="../ink/ink443.xml"/><Relationship Id="rId103" Type="http://schemas.openxmlformats.org/officeDocument/2006/relationships/customXml" Target="../ink/ink472.xml"/><Relationship Id="rId41" Type="http://schemas.openxmlformats.org/officeDocument/2006/relationships/customXml" Target="../ink/ink418.xml"/><Relationship Id="rId54" Type="http://schemas.openxmlformats.org/officeDocument/2006/relationships/customXml" Target="../ink/ink430.xml"/><Relationship Id="rId62" Type="http://schemas.openxmlformats.org/officeDocument/2006/relationships/customXml" Target="../ink/ink438.xml"/><Relationship Id="rId70" Type="http://schemas.openxmlformats.org/officeDocument/2006/relationships/customXml" Target="../ink/ink446.xml"/><Relationship Id="rId75" Type="http://schemas.openxmlformats.org/officeDocument/2006/relationships/customXml" Target="../ink/ink451.xml"/><Relationship Id="rId83" Type="http://schemas.openxmlformats.org/officeDocument/2006/relationships/customXml" Target="../ink/ink457.xml"/><Relationship Id="rId88" Type="http://schemas.openxmlformats.org/officeDocument/2006/relationships/customXml" Target="../ink/ink461.xml"/><Relationship Id="rId91" Type="http://schemas.openxmlformats.org/officeDocument/2006/relationships/customXml" Target="../ink/ink464.xml"/><Relationship Id="rId96" Type="http://schemas.openxmlformats.org/officeDocument/2006/relationships/customXml" Target="../ink/ink468.xml"/><Relationship Id="rId1" Type="http://schemas.openxmlformats.org/officeDocument/2006/relationships/slideLayout" Target="../slideLayouts/slideLayout13.xml"/><Relationship Id="rId6" Type="http://schemas.openxmlformats.org/officeDocument/2006/relationships/customXml" Target="../ink/ink397.xml"/><Relationship Id="rId15" Type="http://schemas.openxmlformats.org/officeDocument/2006/relationships/image" Target="../media/image10.png"/><Relationship Id="rId28" Type="http://schemas.openxmlformats.org/officeDocument/2006/relationships/customXml" Target="../ink/ink406.xml"/><Relationship Id="rId36" Type="http://schemas.openxmlformats.org/officeDocument/2006/relationships/image" Target="../media/image11.png"/><Relationship Id="rId49" Type="http://schemas.openxmlformats.org/officeDocument/2006/relationships/customXml" Target="../ink/ink425.xml"/><Relationship Id="rId57" Type="http://schemas.openxmlformats.org/officeDocument/2006/relationships/customXml" Target="../ink/ink433.xml"/><Relationship Id="rId31" Type="http://schemas.openxmlformats.org/officeDocument/2006/relationships/customXml" Target="../ink/ink409.xml"/><Relationship Id="rId44" Type="http://schemas.openxmlformats.org/officeDocument/2006/relationships/image" Target="../media/image13.png"/><Relationship Id="rId52" Type="http://schemas.openxmlformats.org/officeDocument/2006/relationships/customXml" Target="../ink/ink428.xml"/><Relationship Id="rId60" Type="http://schemas.openxmlformats.org/officeDocument/2006/relationships/customXml" Target="../ink/ink436.xml"/><Relationship Id="rId65" Type="http://schemas.openxmlformats.org/officeDocument/2006/relationships/customXml" Target="../ink/ink441.xml"/><Relationship Id="rId73" Type="http://schemas.openxmlformats.org/officeDocument/2006/relationships/customXml" Target="../ink/ink449.xml"/><Relationship Id="rId78" Type="http://schemas.openxmlformats.org/officeDocument/2006/relationships/customXml" Target="../ink/ink454.xml"/><Relationship Id="rId81" Type="http://schemas.openxmlformats.org/officeDocument/2006/relationships/customXml" Target="../ink/ink456.xml"/><Relationship Id="rId86" Type="http://schemas.openxmlformats.org/officeDocument/2006/relationships/customXml" Target="../ink/ink459.xml"/><Relationship Id="rId94" Type="http://schemas.openxmlformats.org/officeDocument/2006/relationships/customXml" Target="../ink/ink467.xml"/><Relationship Id="rId99" Type="http://schemas.openxmlformats.org/officeDocument/2006/relationships/customXml" Target="../ink/ink470.xml"/><Relationship Id="rId101" Type="http://schemas.openxmlformats.org/officeDocument/2006/relationships/customXml" Target="../ink/ink471.xml"/><Relationship Id="rId4" Type="http://schemas.openxmlformats.org/officeDocument/2006/relationships/image" Target="../media/image80.png"/><Relationship Id="rId9" Type="http://schemas.openxmlformats.org/officeDocument/2006/relationships/customXml" Target="../ink/ink400.xml"/><Relationship Id="rId13" Type="http://schemas.openxmlformats.org/officeDocument/2006/relationships/customXml" Target="../ink/ink402.xml"/><Relationship Id="rId39" Type="http://schemas.openxmlformats.org/officeDocument/2006/relationships/customXml" Target="../ink/ink416.xml"/><Relationship Id="rId34" Type="http://schemas.openxmlformats.org/officeDocument/2006/relationships/customXml" Target="../ink/ink412.xml"/><Relationship Id="rId50" Type="http://schemas.openxmlformats.org/officeDocument/2006/relationships/customXml" Target="../ink/ink426.xml"/><Relationship Id="rId55" Type="http://schemas.openxmlformats.org/officeDocument/2006/relationships/customXml" Target="../ink/ink431.xml"/><Relationship Id="rId76" Type="http://schemas.openxmlformats.org/officeDocument/2006/relationships/customXml" Target="../ink/ink452.xml"/><Relationship Id="rId97" Type="http://schemas.openxmlformats.org/officeDocument/2006/relationships/customXml" Target="../ink/ink469.xml"/><Relationship Id="rId104" Type="http://schemas.openxmlformats.org/officeDocument/2006/relationships/image" Target="../media/image20.png"/><Relationship Id="rId7" Type="http://schemas.openxmlformats.org/officeDocument/2006/relationships/customXml" Target="../ink/ink398.xml"/><Relationship Id="rId71" Type="http://schemas.openxmlformats.org/officeDocument/2006/relationships/customXml" Target="../ink/ink447.xml"/><Relationship Id="rId92" Type="http://schemas.openxmlformats.org/officeDocument/2006/relationships/customXml" Target="../ink/ink465.xml"/><Relationship Id="rId2" Type="http://schemas.openxmlformats.org/officeDocument/2006/relationships/customXml" Target="../ink/ink395.xml"/><Relationship Id="rId29" Type="http://schemas.openxmlformats.org/officeDocument/2006/relationships/customXml" Target="../ink/ink407.xml"/><Relationship Id="rId40" Type="http://schemas.openxmlformats.org/officeDocument/2006/relationships/customXml" Target="../ink/ink417.xml"/><Relationship Id="rId45" Type="http://schemas.openxmlformats.org/officeDocument/2006/relationships/customXml" Target="../ink/ink421.xml"/><Relationship Id="rId66" Type="http://schemas.openxmlformats.org/officeDocument/2006/relationships/customXml" Target="../ink/ink442.xml"/><Relationship Id="rId87" Type="http://schemas.openxmlformats.org/officeDocument/2006/relationships/customXml" Target="../ink/ink460.xml"/><Relationship Id="rId61" Type="http://schemas.openxmlformats.org/officeDocument/2006/relationships/customXml" Target="../ink/ink437.xml"/><Relationship Id="rId82" Type="http://schemas.openxmlformats.org/officeDocument/2006/relationships/image" Target="../media/image15.png"/><Relationship Id="rId30" Type="http://schemas.openxmlformats.org/officeDocument/2006/relationships/customXml" Target="../ink/ink408.xml"/><Relationship Id="rId35" Type="http://schemas.openxmlformats.org/officeDocument/2006/relationships/customXml" Target="../ink/ink413.xml"/><Relationship Id="rId56" Type="http://schemas.openxmlformats.org/officeDocument/2006/relationships/customXml" Target="../ink/ink432.xml"/><Relationship Id="rId77" Type="http://schemas.openxmlformats.org/officeDocument/2006/relationships/customXml" Target="../ink/ink453.xml"/><Relationship Id="rId100" Type="http://schemas.openxmlformats.org/officeDocument/2006/relationships/image" Target="../media/image19.png"/><Relationship Id="rId105" Type="http://schemas.openxmlformats.org/officeDocument/2006/relationships/image" Target="../media/image13.jpg"/></Relationships>
</file>

<file path=ppt/slides/_rels/slide21.xml.rels><?xml version="1.0" encoding="UTF-8" standalone="yes"?>
<Relationships xmlns="http://schemas.openxmlformats.org/package/2006/relationships"><Relationship Id="rId26" Type="http://schemas.openxmlformats.org/officeDocument/2006/relationships/customXml" Target="../ink/ink482.xml"/><Relationship Id="rId42" Type="http://schemas.openxmlformats.org/officeDocument/2006/relationships/customXml" Target="../ink/ink497.xml"/><Relationship Id="rId47" Type="http://schemas.openxmlformats.org/officeDocument/2006/relationships/customXml" Target="../ink/ink501.xml"/><Relationship Id="rId63" Type="http://schemas.openxmlformats.org/officeDocument/2006/relationships/customXml" Target="../ink/ink517.xml"/><Relationship Id="rId68" Type="http://schemas.openxmlformats.org/officeDocument/2006/relationships/customXml" Target="../ink/ink522.xml"/><Relationship Id="rId84" Type="http://schemas.openxmlformats.org/officeDocument/2006/relationships/image" Target="../media/image16.png"/><Relationship Id="rId89" Type="http://schemas.openxmlformats.org/officeDocument/2006/relationships/customXml" Target="../ink/ink540.xml"/><Relationship Id="rId16" Type="http://schemas.openxmlformats.org/officeDocument/2006/relationships/customXml" Target="../ink/ink481.xml"/><Relationship Id="rId11" Type="http://schemas.openxmlformats.org/officeDocument/2006/relationships/image" Target="../media/image90.png"/><Relationship Id="rId32" Type="http://schemas.openxmlformats.org/officeDocument/2006/relationships/customXml" Target="../ink/ink488.xml"/><Relationship Id="rId37" Type="http://schemas.openxmlformats.org/officeDocument/2006/relationships/customXml" Target="../ink/ink492.xml"/><Relationship Id="rId53" Type="http://schemas.openxmlformats.org/officeDocument/2006/relationships/customXml" Target="../ink/ink507.xml"/><Relationship Id="rId58" Type="http://schemas.openxmlformats.org/officeDocument/2006/relationships/customXml" Target="../ink/ink512.xml"/><Relationship Id="rId74" Type="http://schemas.openxmlformats.org/officeDocument/2006/relationships/customXml" Target="../ink/ink528.xml"/><Relationship Id="rId79" Type="http://schemas.openxmlformats.org/officeDocument/2006/relationships/customXml" Target="../ink/ink533.xml"/><Relationship Id="rId102" Type="http://schemas.openxmlformats.org/officeDocument/2006/relationships/image" Target="../media/image30.png"/><Relationship Id="rId5" Type="http://schemas.openxmlformats.org/officeDocument/2006/relationships/customXml" Target="../ink/ink474.xml"/><Relationship Id="rId90" Type="http://schemas.openxmlformats.org/officeDocument/2006/relationships/customXml" Target="../ink/ink541.xml"/><Relationship Id="rId95" Type="http://schemas.openxmlformats.org/officeDocument/2006/relationships/image" Target="../media/image17.png"/><Relationship Id="rId27" Type="http://schemas.openxmlformats.org/officeDocument/2006/relationships/customXml" Target="../ink/ink483.xml"/><Relationship Id="rId43" Type="http://schemas.openxmlformats.org/officeDocument/2006/relationships/customXml" Target="../ink/ink498.xml"/><Relationship Id="rId48" Type="http://schemas.openxmlformats.org/officeDocument/2006/relationships/customXml" Target="../ink/ink502.xml"/><Relationship Id="rId64" Type="http://schemas.openxmlformats.org/officeDocument/2006/relationships/customXml" Target="../ink/ink518.xml"/><Relationship Id="rId69" Type="http://schemas.openxmlformats.org/officeDocument/2006/relationships/customXml" Target="../ink/ink523.xml"/><Relationship Id="rId8" Type="http://schemas.openxmlformats.org/officeDocument/2006/relationships/customXml" Target="../ink/ink477.xml"/><Relationship Id="rId51" Type="http://schemas.openxmlformats.org/officeDocument/2006/relationships/customXml" Target="../ink/ink505.xml"/><Relationship Id="rId72" Type="http://schemas.openxmlformats.org/officeDocument/2006/relationships/customXml" Target="../ink/ink526.xml"/><Relationship Id="rId80" Type="http://schemas.openxmlformats.org/officeDocument/2006/relationships/image" Target="../media/image14.png"/><Relationship Id="rId85" Type="http://schemas.openxmlformats.org/officeDocument/2006/relationships/customXml" Target="../ink/ink536.xml"/><Relationship Id="rId93" Type="http://schemas.openxmlformats.org/officeDocument/2006/relationships/customXml" Target="../ink/ink544.xml"/><Relationship Id="rId98" Type="http://schemas.openxmlformats.org/officeDocument/2006/relationships/image" Target="../media/image18.png"/><Relationship Id="rId12" Type="http://schemas.openxmlformats.org/officeDocument/2006/relationships/customXml" Target="../ink/ink479.xml"/><Relationship Id="rId25" Type="http://schemas.openxmlformats.org/officeDocument/2006/relationships/image" Target="../media/image12.png"/><Relationship Id="rId33" Type="http://schemas.openxmlformats.org/officeDocument/2006/relationships/customXml" Target="../ink/ink489.xml"/><Relationship Id="rId38" Type="http://schemas.openxmlformats.org/officeDocument/2006/relationships/customXml" Target="../ink/ink493.xml"/><Relationship Id="rId46" Type="http://schemas.openxmlformats.org/officeDocument/2006/relationships/customXml" Target="../ink/ink500.xml"/><Relationship Id="rId59" Type="http://schemas.openxmlformats.org/officeDocument/2006/relationships/customXml" Target="../ink/ink513.xml"/><Relationship Id="rId67" Type="http://schemas.openxmlformats.org/officeDocument/2006/relationships/customXml" Target="../ink/ink521.xml"/><Relationship Id="rId103" Type="http://schemas.openxmlformats.org/officeDocument/2006/relationships/customXml" Target="../ink/ink550.xml"/><Relationship Id="rId41" Type="http://schemas.openxmlformats.org/officeDocument/2006/relationships/customXml" Target="../ink/ink496.xml"/><Relationship Id="rId54" Type="http://schemas.openxmlformats.org/officeDocument/2006/relationships/customXml" Target="../ink/ink508.xml"/><Relationship Id="rId62" Type="http://schemas.openxmlformats.org/officeDocument/2006/relationships/customXml" Target="../ink/ink516.xml"/><Relationship Id="rId70" Type="http://schemas.openxmlformats.org/officeDocument/2006/relationships/customXml" Target="../ink/ink524.xml"/><Relationship Id="rId75" Type="http://schemas.openxmlformats.org/officeDocument/2006/relationships/customXml" Target="../ink/ink529.xml"/><Relationship Id="rId83" Type="http://schemas.openxmlformats.org/officeDocument/2006/relationships/customXml" Target="../ink/ink535.xml"/><Relationship Id="rId88" Type="http://schemas.openxmlformats.org/officeDocument/2006/relationships/customXml" Target="../ink/ink539.xml"/><Relationship Id="rId91" Type="http://schemas.openxmlformats.org/officeDocument/2006/relationships/customXml" Target="../ink/ink542.xml"/><Relationship Id="rId96" Type="http://schemas.openxmlformats.org/officeDocument/2006/relationships/customXml" Target="../ink/ink546.xml"/><Relationship Id="rId1" Type="http://schemas.openxmlformats.org/officeDocument/2006/relationships/slideLayout" Target="../slideLayouts/slideLayout13.xml"/><Relationship Id="rId6" Type="http://schemas.openxmlformats.org/officeDocument/2006/relationships/customXml" Target="../ink/ink475.xml"/><Relationship Id="rId15" Type="http://schemas.openxmlformats.org/officeDocument/2006/relationships/image" Target="../media/image10.png"/><Relationship Id="rId28" Type="http://schemas.openxmlformats.org/officeDocument/2006/relationships/customXml" Target="../ink/ink484.xml"/><Relationship Id="rId36" Type="http://schemas.openxmlformats.org/officeDocument/2006/relationships/image" Target="../media/image11.png"/><Relationship Id="rId49" Type="http://schemas.openxmlformats.org/officeDocument/2006/relationships/customXml" Target="../ink/ink503.xml"/><Relationship Id="rId57" Type="http://schemas.openxmlformats.org/officeDocument/2006/relationships/customXml" Target="../ink/ink511.xml"/><Relationship Id="rId31" Type="http://schemas.openxmlformats.org/officeDocument/2006/relationships/customXml" Target="../ink/ink487.xml"/><Relationship Id="rId44" Type="http://schemas.openxmlformats.org/officeDocument/2006/relationships/image" Target="../media/image13.png"/><Relationship Id="rId52" Type="http://schemas.openxmlformats.org/officeDocument/2006/relationships/customXml" Target="../ink/ink506.xml"/><Relationship Id="rId60" Type="http://schemas.openxmlformats.org/officeDocument/2006/relationships/customXml" Target="../ink/ink514.xml"/><Relationship Id="rId65" Type="http://schemas.openxmlformats.org/officeDocument/2006/relationships/customXml" Target="../ink/ink519.xml"/><Relationship Id="rId73" Type="http://schemas.openxmlformats.org/officeDocument/2006/relationships/customXml" Target="../ink/ink527.xml"/><Relationship Id="rId78" Type="http://schemas.openxmlformats.org/officeDocument/2006/relationships/customXml" Target="../ink/ink532.xml"/><Relationship Id="rId81" Type="http://schemas.openxmlformats.org/officeDocument/2006/relationships/customXml" Target="../ink/ink534.xml"/><Relationship Id="rId86" Type="http://schemas.openxmlformats.org/officeDocument/2006/relationships/customXml" Target="../ink/ink537.xml"/><Relationship Id="rId94" Type="http://schemas.openxmlformats.org/officeDocument/2006/relationships/customXml" Target="../ink/ink545.xml"/><Relationship Id="rId99" Type="http://schemas.openxmlformats.org/officeDocument/2006/relationships/customXml" Target="../ink/ink548.xml"/><Relationship Id="rId101" Type="http://schemas.openxmlformats.org/officeDocument/2006/relationships/customXml" Target="../ink/ink549.xml"/><Relationship Id="rId4" Type="http://schemas.openxmlformats.org/officeDocument/2006/relationships/image" Target="../media/image80.png"/><Relationship Id="rId9" Type="http://schemas.openxmlformats.org/officeDocument/2006/relationships/customXml" Target="../ink/ink478.xml"/><Relationship Id="rId13" Type="http://schemas.openxmlformats.org/officeDocument/2006/relationships/customXml" Target="../ink/ink480.xml"/><Relationship Id="rId39" Type="http://schemas.openxmlformats.org/officeDocument/2006/relationships/customXml" Target="../ink/ink494.xml"/><Relationship Id="rId34" Type="http://schemas.openxmlformats.org/officeDocument/2006/relationships/customXml" Target="../ink/ink490.xml"/><Relationship Id="rId50" Type="http://schemas.openxmlformats.org/officeDocument/2006/relationships/customXml" Target="../ink/ink504.xml"/><Relationship Id="rId55" Type="http://schemas.openxmlformats.org/officeDocument/2006/relationships/customXml" Target="../ink/ink509.xml"/><Relationship Id="rId76" Type="http://schemas.openxmlformats.org/officeDocument/2006/relationships/customXml" Target="../ink/ink530.xml"/><Relationship Id="rId97" Type="http://schemas.openxmlformats.org/officeDocument/2006/relationships/customXml" Target="../ink/ink547.xml"/><Relationship Id="rId104" Type="http://schemas.openxmlformats.org/officeDocument/2006/relationships/image" Target="../media/image20.png"/><Relationship Id="rId7" Type="http://schemas.openxmlformats.org/officeDocument/2006/relationships/customXml" Target="../ink/ink476.xml"/><Relationship Id="rId71" Type="http://schemas.openxmlformats.org/officeDocument/2006/relationships/customXml" Target="../ink/ink525.xml"/><Relationship Id="rId92" Type="http://schemas.openxmlformats.org/officeDocument/2006/relationships/customXml" Target="../ink/ink543.xml"/><Relationship Id="rId2" Type="http://schemas.openxmlformats.org/officeDocument/2006/relationships/customXml" Target="../ink/ink473.xml"/><Relationship Id="rId29" Type="http://schemas.openxmlformats.org/officeDocument/2006/relationships/customXml" Target="../ink/ink485.xml"/><Relationship Id="rId40" Type="http://schemas.openxmlformats.org/officeDocument/2006/relationships/customXml" Target="../ink/ink495.xml"/><Relationship Id="rId45" Type="http://schemas.openxmlformats.org/officeDocument/2006/relationships/customXml" Target="../ink/ink499.xml"/><Relationship Id="rId66" Type="http://schemas.openxmlformats.org/officeDocument/2006/relationships/customXml" Target="../ink/ink520.xml"/><Relationship Id="rId87" Type="http://schemas.openxmlformats.org/officeDocument/2006/relationships/customXml" Target="../ink/ink538.xml"/><Relationship Id="rId61" Type="http://schemas.openxmlformats.org/officeDocument/2006/relationships/customXml" Target="../ink/ink515.xml"/><Relationship Id="rId82" Type="http://schemas.openxmlformats.org/officeDocument/2006/relationships/image" Target="../media/image15.png"/><Relationship Id="rId30" Type="http://schemas.openxmlformats.org/officeDocument/2006/relationships/customXml" Target="../ink/ink486.xml"/><Relationship Id="rId35" Type="http://schemas.openxmlformats.org/officeDocument/2006/relationships/customXml" Target="../ink/ink491.xml"/><Relationship Id="rId56" Type="http://schemas.openxmlformats.org/officeDocument/2006/relationships/customXml" Target="../ink/ink510.xml"/><Relationship Id="rId77" Type="http://schemas.openxmlformats.org/officeDocument/2006/relationships/customXml" Target="../ink/ink531.xml"/><Relationship Id="rId100" Type="http://schemas.openxmlformats.org/officeDocument/2006/relationships/image" Target="../media/image19.png"/><Relationship Id="rId105" Type="http://schemas.openxmlformats.org/officeDocument/2006/relationships/image" Target="../media/image14.jpg"/></Relationships>
</file>

<file path=ppt/slides/_rels/slide22.xml.rels><?xml version="1.0" encoding="UTF-8" standalone="yes"?>
<Relationships xmlns="http://schemas.openxmlformats.org/package/2006/relationships"><Relationship Id="rId26" Type="http://schemas.openxmlformats.org/officeDocument/2006/relationships/customXml" Target="../ink/ink560.xml"/><Relationship Id="rId42" Type="http://schemas.openxmlformats.org/officeDocument/2006/relationships/customXml" Target="../ink/ink575.xml"/><Relationship Id="rId47" Type="http://schemas.openxmlformats.org/officeDocument/2006/relationships/customXml" Target="../ink/ink579.xml"/><Relationship Id="rId63" Type="http://schemas.openxmlformats.org/officeDocument/2006/relationships/customXml" Target="../ink/ink595.xml"/><Relationship Id="rId68" Type="http://schemas.openxmlformats.org/officeDocument/2006/relationships/customXml" Target="../ink/ink600.xml"/><Relationship Id="rId84" Type="http://schemas.openxmlformats.org/officeDocument/2006/relationships/image" Target="../media/image16.png"/><Relationship Id="rId89" Type="http://schemas.openxmlformats.org/officeDocument/2006/relationships/customXml" Target="../ink/ink618.xml"/><Relationship Id="rId16" Type="http://schemas.openxmlformats.org/officeDocument/2006/relationships/customXml" Target="../ink/ink559.xml"/><Relationship Id="rId11" Type="http://schemas.openxmlformats.org/officeDocument/2006/relationships/image" Target="../media/image90.png"/><Relationship Id="rId32" Type="http://schemas.openxmlformats.org/officeDocument/2006/relationships/customXml" Target="../ink/ink566.xml"/><Relationship Id="rId37" Type="http://schemas.openxmlformats.org/officeDocument/2006/relationships/customXml" Target="../ink/ink570.xml"/><Relationship Id="rId53" Type="http://schemas.openxmlformats.org/officeDocument/2006/relationships/customXml" Target="../ink/ink585.xml"/><Relationship Id="rId58" Type="http://schemas.openxmlformats.org/officeDocument/2006/relationships/customXml" Target="../ink/ink590.xml"/><Relationship Id="rId74" Type="http://schemas.openxmlformats.org/officeDocument/2006/relationships/customXml" Target="../ink/ink606.xml"/><Relationship Id="rId79" Type="http://schemas.openxmlformats.org/officeDocument/2006/relationships/customXml" Target="../ink/ink611.xml"/><Relationship Id="rId102" Type="http://schemas.openxmlformats.org/officeDocument/2006/relationships/image" Target="../media/image30.png"/><Relationship Id="rId5" Type="http://schemas.openxmlformats.org/officeDocument/2006/relationships/customXml" Target="../ink/ink552.xml"/><Relationship Id="rId90" Type="http://schemas.openxmlformats.org/officeDocument/2006/relationships/customXml" Target="../ink/ink619.xml"/><Relationship Id="rId95" Type="http://schemas.openxmlformats.org/officeDocument/2006/relationships/image" Target="../media/image17.png"/><Relationship Id="rId27" Type="http://schemas.openxmlformats.org/officeDocument/2006/relationships/customXml" Target="../ink/ink561.xml"/><Relationship Id="rId43" Type="http://schemas.openxmlformats.org/officeDocument/2006/relationships/customXml" Target="../ink/ink576.xml"/><Relationship Id="rId48" Type="http://schemas.openxmlformats.org/officeDocument/2006/relationships/customXml" Target="../ink/ink580.xml"/><Relationship Id="rId64" Type="http://schemas.openxmlformats.org/officeDocument/2006/relationships/customXml" Target="../ink/ink596.xml"/><Relationship Id="rId69" Type="http://schemas.openxmlformats.org/officeDocument/2006/relationships/customXml" Target="../ink/ink601.xml"/><Relationship Id="rId8" Type="http://schemas.openxmlformats.org/officeDocument/2006/relationships/customXml" Target="../ink/ink555.xml"/><Relationship Id="rId51" Type="http://schemas.openxmlformats.org/officeDocument/2006/relationships/customXml" Target="../ink/ink583.xml"/><Relationship Id="rId72" Type="http://schemas.openxmlformats.org/officeDocument/2006/relationships/customXml" Target="../ink/ink604.xml"/><Relationship Id="rId80" Type="http://schemas.openxmlformats.org/officeDocument/2006/relationships/image" Target="../media/image14.png"/><Relationship Id="rId85" Type="http://schemas.openxmlformats.org/officeDocument/2006/relationships/customXml" Target="../ink/ink614.xml"/><Relationship Id="rId93" Type="http://schemas.openxmlformats.org/officeDocument/2006/relationships/customXml" Target="../ink/ink622.xml"/><Relationship Id="rId98" Type="http://schemas.openxmlformats.org/officeDocument/2006/relationships/image" Target="../media/image18.png"/><Relationship Id="rId12" Type="http://schemas.openxmlformats.org/officeDocument/2006/relationships/customXml" Target="../ink/ink557.xml"/><Relationship Id="rId25" Type="http://schemas.openxmlformats.org/officeDocument/2006/relationships/image" Target="../media/image12.png"/><Relationship Id="rId33" Type="http://schemas.openxmlformats.org/officeDocument/2006/relationships/customXml" Target="../ink/ink567.xml"/><Relationship Id="rId38" Type="http://schemas.openxmlformats.org/officeDocument/2006/relationships/customXml" Target="../ink/ink571.xml"/><Relationship Id="rId46" Type="http://schemas.openxmlformats.org/officeDocument/2006/relationships/customXml" Target="../ink/ink578.xml"/><Relationship Id="rId59" Type="http://schemas.openxmlformats.org/officeDocument/2006/relationships/customXml" Target="../ink/ink591.xml"/><Relationship Id="rId67" Type="http://schemas.openxmlformats.org/officeDocument/2006/relationships/customXml" Target="../ink/ink599.xml"/><Relationship Id="rId103" Type="http://schemas.openxmlformats.org/officeDocument/2006/relationships/customXml" Target="../ink/ink628.xml"/><Relationship Id="rId41" Type="http://schemas.openxmlformats.org/officeDocument/2006/relationships/customXml" Target="../ink/ink574.xml"/><Relationship Id="rId54" Type="http://schemas.openxmlformats.org/officeDocument/2006/relationships/customXml" Target="../ink/ink586.xml"/><Relationship Id="rId62" Type="http://schemas.openxmlformats.org/officeDocument/2006/relationships/customXml" Target="../ink/ink594.xml"/><Relationship Id="rId70" Type="http://schemas.openxmlformats.org/officeDocument/2006/relationships/customXml" Target="../ink/ink602.xml"/><Relationship Id="rId75" Type="http://schemas.openxmlformats.org/officeDocument/2006/relationships/customXml" Target="../ink/ink607.xml"/><Relationship Id="rId83" Type="http://schemas.openxmlformats.org/officeDocument/2006/relationships/customXml" Target="../ink/ink613.xml"/><Relationship Id="rId88" Type="http://schemas.openxmlformats.org/officeDocument/2006/relationships/customXml" Target="../ink/ink617.xml"/><Relationship Id="rId91" Type="http://schemas.openxmlformats.org/officeDocument/2006/relationships/customXml" Target="../ink/ink620.xml"/><Relationship Id="rId96" Type="http://schemas.openxmlformats.org/officeDocument/2006/relationships/customXml" Target="../ink/ink624.xml"/><Relationship Id="rId1" Type="http://schemas.openxmlformats.org/officeDocument/2006/relationships/slideLayout" Target="../slideLayouts/slideLayout13.xml"/><Relationship Id="rId6" Type="http://schemas.openxmlformats.org/officeDocument/2006/relationships/customXml" Target="../ink/ink553.xml"/><Relationship Id="rId15" Type="http://schemas.openxmlformats.org/officeDocument/2006/relationships/image" Target="../media/image10.png"/><Relationship Id="rId28" Type="http://schemas.openxmlformats.org/officeDocument/2006/relationships/customXml" Target="../ink/ink562.xml"/><Relationship Id="rId36" Type="http://schemas.openxmlformats.org/officeDocument/2006/relationships/image" Target="../media/image11.png"/><Relationship Id="rId49" Type="http://schemas.openxmlformats.org/officeDocument/2006/relationships/customXml" Target="../ink/ink581.xml"/><Relationship Id="rId57" Type="http://schemas.openxmlformats.org/officeDocument/2006/relationships/customXml" Target="../ink/ink589.xml"/><Relationship Id="rId31" Type="http://schemas.openxmlformats.org/officeDocument/2006/relationships/customXml" Target="../ink/ink565.xml"/><Relationship Id="rId44" Type="http://schemas.openxmlformats.org/officeDocument/2006/relationships/image" Target="../media/image13.png"/><Relationship Id="rId52" Type="http://schemas.openxmlformats.org/officeDocument/2006/relationships/customXml" Target="../ink/ink584.xml"/><Relationship Id="rId60" Type="http://schemas.openxmlformats.org/officeDocument/2006/relationships/customXml" Target="../ink/ink592.xml"/><Relationship Id="rId65" Type="http://schemas.openxmlformats.org/officeDocument/2006/relationships/customXml" Target="../ink/ink597.xml"/><Relationship Id="rId73" Type="http://schemas.openxmlformats.org/officeDocument/2006/relationships/customXml" Target="../ink/ink605.xml"/><Relationship Id="rId78" Type="http://schemas.openxmlformats.org/officeDocument/2006/relationships/customXml" Target="../ink/ink610.xml"/><Relationship Id="rId81" Type="http://schemas.openxmlformats.org/officeDocument/2006/relationships/customXml" Target="../ink/ink612.xml"/><Relationship Id="rId86" Type="http://schemas.openxmlformats.org/officeDocument/2006/relationships/customXml" Target="../ink/ink615.xml"/><Relationship Id="rId94" Type="http://schemas.openxmlformats.org/officeDocument/2006/relationships/customXml" Target="../ink/ink623.xml"/><Relationship Id="rId99" Type="http://schemas.openxmlformats.org/officeDocument/2006/relationships/customXml" Target="../ink/ink626.xml"/><Relationship Id="rId101" Type="http://schemas.openxmlformats.org/officeDocument/2006/relationships/customXml" Target="../ink/ink627.xml"/><Relationship Id="rId4" Type="http://schemas.openxmlformats.org/officeDocument/2006/relationships/image" Target="../media/image80.png"/><Relationship Id="rId9" Type="http://schemas.openxmlformats.org/officeDocument/2006/relationships/customXml" Target="../ink/ink556.xml"/><Relationship Id="rId13" Type="http://schemas.openxmlformats.org/officeDocument/2006/relationships/customXml" Target="../ink/ink558.xml"/><Relationship Id="rId39" Type="http://schemas.openxmlformats.org/officeDocument/2006/relationships/customXml" Target="../ink/ink572.xml"/><Relationship Id="rId34" Type="http://schemas.openxmlformats.org/officeDocument/2006/relationships/customXml" Target="../ink/ink568.xml"/><Relationship Id="rId50" Type="http://schemas.openxmlformats.org/officeDocument/2006/relationships/customXml" Target="../ink/ink582.xml"/><Relationship Id="rId55" Type="http://schemas.openxmlformats.org/officeDocument/2006/relationships/customXml" Target="../ink/ink587.xml"/><Relationship Id="rId76" Type="http://schemas.openxmlformats.org/officeDocument/2006/relationships/customXml" Target="../ink/ink608.xml"/><Relationship Id="rId97" Type="http://schemas.openxmlformats.org/officeDocument/2006/relationships/customXml" Target="../ink/ink625.xml"/><Relationship Id="rId104" Type="http://schemas.openxmlformats.org/officeDocument/2006/relationships/image" Target="../media/image20.png"/><Relationship Id="rId7" Type="http://schemas.openxmlformats.org/officeDocument/2006/relationships/customXml" Target="../ink/ink554.xml"/><Relationship Id="rId71" Type="http://schemas.openxmlformats.org/officeDocument/2006/relationships/customXml" Target="../ink/ink603.xml"/><Relationship Id="rId92" Type="http://schemas.openxmlformats.org/officeDocument/2006/relationships/customXml" Target="../ink/ink621.xml"/><Relationship Id="rId2" Type="http://schemas.openxmlformats.org/officeDocument/2006/relationships/customXml" Target="../ink/ink551.xml"/><Relationship Id="rId29" Type="http://schemas.openxmlformats.org/officeDocument/2006/relationships/customXml" Target="../ink/ink563.xml"/><Relationship Id="rId40" Type="http://schemas.openxmlformats.org/officeDocument/2006/relationships/customXml" Target="../ink/ink573.xml"/><Relationship Id="rId45" Type="http://schemas.openxmlformats.org/officeDocument/2006/relationships/customXml" Target="../ink/ink577.xml"/><Relationship Id="rId66" Type="http://schemas.openxmlformats.org/officeDocument/2006/relationships/customXml" Target="../ink/ink598.xml"/><Relationship Id="rId87" Type="http://schemas.openxmlformats.org/officeDocument/2006/relationships/customXml" Target="../ink/ink616.xml"/><Relationship Id="rId61" Type="http://schemas.openxmlformats.org/officeDocument/2006/relationships/customXml" Target="../ink/ink593.xml"/><Relationship Id="rId82" Type="http://schemas.openxmlformats.org/officeDocument/2006/relationships/image" Target="../media/image15.png"/><Relationship Id="rId30" Type="http://schemas.openxmlformats.org/officeDocument/2006/relationships/customXml" Target="../ink/ink564.xml"/><Relationship Id="rId35" Type="http://schemas.openxmlformats.org/officeDocument/2006/relationships/customXml" Target="../ink/ink569.xml"/><Relationship Id="rId56" Type="http://schemas.openxmlformats.org/officeDocument/2006/relationships/customXml" Target="../ink/ink588.xml"/><Relationship Id="rId77" Type="http://schemas.openxmlformats.org/officeDocument/2006/relationships/customXml" Target="../ink/ink609.xml"/><Relationship Id="rId100" Type="http://schemas.openxmlformats.org/officeDocument/2006/relationships/image" Target="../media/image19.png"/><Relationship Id="rId105" Type="http://schemas.openxmlformats.org/officeDocument/2006/relationships/image" Target="../media/image15.jpg"/></Relationships>
</file>

<file path=ppt/slides/_rels/slide23.xml.rels><?xml version="1.0" encoding="UTF-8" standalone="yes"?>
<Relationships xmlns="http://schemas.openxmlformats.org/package/2006/relationships"><Relationship Id="rId26" Type="http://schemas.openxmlformats.org/officeDocument/2006/relationships/customXml" Target="../ink/ink638.xml"/><Relationship Id="rId42" Type="http://schemas.openxmlformats.org/officeDocument/2006/relationships/customXml" Target="../ink/ink653.xml"/><Relationship Id="rId47" Type="http://schemas.openxmlformats.org/officeDocument/2006/relationships/customXml" Target="../ink/ink657.xml"/><Relationship Id="rId63" Type="http://schemas.openxmlformats.org/officeDocument/2006/relationships/customXml" Target="../ink/ink673.xml"/><Relationship Id="rId68" Type="http://schemas.openxmlformats.org/officeDocument/2006/relationships/customXml" Target="../ink/ink678.xml"/><Relationship Id="rId84" Type="http://schemas.openxmlformats.org/officeDocument/2006/relationships/image" Target="../media/image16.png"/><Relationship Id="rId89" Type="http://schemas.openxmlformats.org/officeDocument/2006/relationships/customXml" Target="../ink/ink696.xml"/><Relationship Id="rId16" Type="http://schemas.openxmlformats.org/officeDocument/2006/relationships/customXml" Target="../ink/ink637.xml"/><Relationship Id="rId11" Type="http://schemas.openxmlformats.org/officeDocument/2006/relationships/image" Target="../media/image90.png"/><Relationship Id="rId32" Type="http://schemas.openxmlformats.org/officeDocument/2006/relationships/customXml" Target="../ink/ink644.xml"/><Relationship Id="rId37" Type="http://schemas.openxmlformats.org/officeDocument/2006/relationships/customXml" Target="../ink/ink648.xml"/><Relationship Id="rId53" Type="http://schemas.openxmlformats.org/officeDocument/2006/relationships/customXml" Target="../ink/ink663.xml"/><Relationship Id="rId58" Type="http://schemas.openxmlformats.org/officeDocument/2006/relationships/customXml" Target="../ink/ink668.xml"/><Relationship Id="rId74" Type="http://schemas.openxmlformats.org/officeDocument/2006/relationships/customXml" Target="../ink/ink684.xml"/><Relationship Id="rId79" Type="http://schemas.openxmlformats.org/officeDocument/2006/relationships/customXml" Target="../ink/ink689.xml"/><Relationship Id="rId102" Type="http://schemas.openxmlformats.org/officeDocument/2006/relationships/image" Target="../media/image30.png"/><Relationship Id="rId5" Type="http://schemas.openxmlformats.org/officeDocument/2006/relationships/customXml" Target="../ink/ink630.xml"/><Relationship Id="rId90" Type="http://schemas.openxmlformats.org/officeDocument/2006/relationships/customXml" Target="../ink/ink697.xml"/><Relationship Id="rId95" Type="http://schemas.openxmlformats.org/officeDocument/2006/relationships/image" Target="../media/image17.png"/><Relationship Id="rId27" Type="http://schemas.openxmlformats.org/officeDocument/2006/relationships/customXml" Target="../ink/ink639.xml"/><Relationship Id="rId43" Type="http://schemas.openxmlformats.org/officeDocument/2006/relationships/customXml" Target="../ink/ink654.xml"/><Relationship Id="rId48" Type="http://schemas.openxmlformats.org/officeDocument/2006/relationships/customXml" Target="../ink/ink658.xml"/><Relationship Id="rId64" Type="http://schemas.openxmlformats.org/officeDocument/2006/relationships/customXml" Target="../ink/ink674.xml"/><Relationship Id="rId69" Type="http://schemas.openxmlformats.org/officeDocument/2006/relationships/customXml" Target="../ink/ink679.xml"/><Relationship Id="rId8" Type="http://schemas.openxmlformats.org/officeDocument/2006/relationships/customXml" Target="../ink/ink633.xml"/><Relationship Id="rId51" Type="http://schemas.openxmlformats.org/officeDocument/2006/relationships/customXml" Target="../ink/ink661.xml"/><Relationship Id="rId72" Type="http://schemas.openxmlformats.org/officeDocument/2006/relationships/customXml" Target="../ink/ink682.xml"/><Relationship Id="rId80" Type="http://schemas.openxmlformats.org/officeDocument/2006/relationships/image" Target="../media/image14.png"/><Relationship Id="rId85" Type="http://schemas.openxmlformats.org/officeDocument/2006/relationships/customXml" Target="../ink/ink692.xml"/><Relationship Id="rId93" Type="http://schemas.openxmlformats.org/officeDocument/2006/relationships/customXml" Target="../ink/ink700.xml"/><Relationship Id="rId98" Type="http://schemas.openxmlformats.org/officeDocument/2006/relationships/image" Target="../media/image18.png"/><Relationship Id="rId12" Type="http://schemas.openxmlformats.org/officeDocument/2006/relationships/customXml" Target="../ink/ink635.xml"/><Relationship Id="rId25" Type="http://schemas.openxmlformats.org/officeDocument/2006/relationships/image" Target="../media/image12.png"/><Relationship Id="rId33" Type="http://schemas.openxmlformats.org/officeDocument/2006/relationships/customXml" Target="../ink/ink645.xml"/><Relationship Id="rId38" Type="http://schemas.openxmlformats.org/officeDocument/2006/relationships/customXml" Target="../ink/ink649.xml"/><Relationship Id="rId46" Type="http://schemas.openxmlformats.org/officeDocument/2006/relationships/customXml" Target="../ink/ink656.xml"/><Relationship Id="rId59" Type="http://schemas.openxmlformats.org/officeDocument/2006/relationships/customXml" Target="../ink/ink669.xml"/><Relationship Id="rId67" Type="http://schemas.openxmlformats.org/officeDocument/2006/relationships/customXml" Target="../ink/ink677.xml"/><Relationship Id="rId103" Type="http://schemas.openxmlformats.org/officeDocument/2006/relationships/customXml" Target="../ink/ink706.xml"/><Relationship Id="rId41" Type="http://schemas.openxmlformats.org/officeDocument/2006/relationships/customXml" Target="../ink/ink652.xml"/><Relationship Id="rId54" Type="http://schemas.openxmlformats.org/officeDocument/2006/relationships/customXml" Target="../ink/ink664.xml"/><Relationship Id="rId62" Type="http://schemas.openxmlformats.org/officeDocument/2006/relationships/customXml" Target="../ink/ink672.xml"/><Relationship Id="rId70" Type="http://schemas.openxmlformats.org/officeDocument/2006/relationships/customXml" Target="../ink/ink680.xml"/><Relationship Id="rId75" Type="http://schemas.openxmlformats.org/officeDocument/2006/relationships/customXml" Target="../ink/ink685.xml"/><Relationship Id="rId83" Type="http://schemas.openxmlformats.org/officeDocument/2006/relationships/customXml" Target="../ink/ink691.xml"/><Relationship Id="rId88" Type="http://schemas.openxmlformats.org/officeDocument/2006/relationships/customXml" Target="../ink/ink695.xml"/><Relationship Id="rId91" Type="http://schemas.openxmlformats.org/officeDocument/2006/relationships/customXml" Target="../ink/ink698.xml"/><Relationship Id="rId96" Type="http://schemas.openxmlformats.org/officeDocument/2006/relationships/customXml" Target="../ink/ink702.xml"/><Relationship Id="rId1" Type="http://schemas.openxmlformats.org/officeDocument/2006/relationships/slideLayout" Target="../slideLayouts/slideLayout13.xml"/><Relationship Id="rId6" Type="http://schemas.openxmlformats.org/officeDocument/2006/relationships/customXml" Target="../ink/ink631.xml"/><Relationship Id="rId15" Type="http://schemas.openxmlformats.org/officeDocument/2006/relationships/image" Target="../media/image10.png"/><Relationship Id="rId28" Type="http://schemas.openxmlformats.org/officeDocument/2006/relationships/customXml" Target="../ink/ink640.xml"/><Relationship Id="rId36" Type="http://schemas.openxmlformats.org/officeDocument/2006/relationships/image" Target="../media/image11.png"/><Relationship Id="rId49" Type="http://schemas.openxmlformats.org/officeDocument/2006/relationships/customXml" Target="../ink/ink659.xml"/><Relationship Id="rId57" Type="http://schemas.openxmlformats.org/officeDocument/2006/relationships/customXml" Target="../ink/ink667.xml"/><Relationship Id="rId31" Type="http://schemas.openxmlformats.org/officeDocument/2006/relationships/customXml" Target="../ink/ink643.xml"/><Relationship Id="rId44" Type="http://schemas.openxmlformats.org/officeDocument/2006/relationships/image" Target="../media/image13.png"/><Relationship Id="rId52" Type="http://schemas.openxmlformats.org/officeDocument/2006/relationships/customXml" Target="../ink/ink662.xml"/><Relationship Id="rId60" Type="http://schemas.openxmlformats.org/officeDocument/2006/relationships/customXml" Target="../ink/ink670.xml"/><Relationship Id="rId65" Type="http://schemas.openxmlformats.org/officeDocument/2006/relationships/customXml" Target="../ink/ink675.xml"/><Relationship Id="rId73" Type="http://schemas.openxmlformats.org/officeDocument/2006/relationships/customXml" Target="../ink/ink683.xml"/><Relationship Id="rId78" Type="http://schemas.openxmlformats.org/officeDocument/2006/relationships/customXml" Target="../ink/ink688.xml"/><Relationship Id="rId81" Type="http://schemas.openxmlformats.org/officeDocument/2006/relationships/customXml" Target="../ink/ink690.xml"/><Relationship Id="rId86" Type="http://schemas.openxmlformats.org/officeDocument/2006/relationships/customXml" Target="../ink/ink693.xml"/><Relationship Id="rId94" Type="http://schemas.openxmlformats.org/officeDocument/2006/relationships/customXml" Target="../ink/ink701.xml"/><Relationship Id="rId99" Type="http://schemas.openxmlformats.org/officeDocument/2006/relationships/customXml" Target="../ink/ink704.xml"/><Relationship Id="rId101" Type="http://schemas.openxmlformats.org/officeDocument/2006/relationships/customXml" Target="../ink/ink705.xml"/><Relationship Id="rId4" Type="http://schemas.openxmlformats.org/officeDocument/2006/relationships/image" Target="../media/image80.png"/><Relationship Id="rId9" Type="http://schemas.openxmlformats.org/officeDocument/2006/relationships/customXml" Target="../ink/ink634.xml"/><Relationship Id="rId13" Type="http://schemas.openxmlformats.org/officeDocument/2006/relationships/customXml" Target="../ink/ink636.xml"/><Relationship Id="rId39" Type="http://schemas.openxmlformats.org/officeDocument/2006/relationships/customXml" Target="../ink/ink650.xml"/><Relationship Id="rId34" Type="http://schemas.openxmlformats.org/officeDocument/2006/relationships/customXml" Target="../ink/ink646.xml"/><Relationship Id="rId50" Type="http://schemas.openxmlformats.org/officeDocument/2006/relationships/customXml" Target="../ink/ink660.xml"/><Relationship Id="rId55" Type="http://schemas.openxmlformats.org/officeDocument/2006/relationships/customXml" Target="../ink/ink665.xml"/><Relationship Id="rId76" Type="http://schemas.openxmlformats.org/officeDocument/2006/relationships/customXml" Target="../ink/ink686.xml"/><Relationship Id="rId97" Type="http://schemas.openxmlformats.org/officeDocument/2006/relationships/customXml" Target="../ink/ink703.xml"/><Relationship Id="rId104" Type="http://schemas.openxmlformats.org/officeDocument/2006/relationships/image" Target="../media/image20.png"/><Relationship Id="rId7" Type="http://schemas.openxmlformats.org/officeDocument/2006/relationships/customXml" Target="../ink/ink632.xml"/><Relationship Id="rId71" Type="http://schemas.openxmlformats.org/officeDocument/2006/relationships/customXml" Target="../ink/ink681.xml"/><Relationship Id="rId92" Type="http://schemas.openxmlformats.org/officeDocument/2006/relationships/customXml" Target="../ink/ink699.xml"/><Relationship Id="rId2" Type="http://schemas.openxmlformats.org/officeDocument/2006/relationships/customXml" Target="../ink/ink629.xml"/><Relationship Id="rId29" Type="http://schemas.openxmlformats.org/officeDocument/2006/relationships/customXml" Target="../ink/ink641.xml"/><Relationship Id="rId40" Type="http://schemas.openxmlformats.org/officeDocument/2006/relationships/customXml" Target="../ink/ink651.xml"/><Relationship Id="rId45" Type="http://schemas.openxmlformats.org/officeDocument/2006/relationships/customXml" Target="../ink/ink655.xml"/><Relationship Id="rId66" Type="http://schemas.openxmlformats.org/officeDocument/2006/relationships/customXml" Target="../ink/ink676.xml"/><Relationship Id="rId87" Type="http://schemas.openxmlformats.org/officeDocument/2006/relationships/customXml" Target="../ink/ink694.xml"/><Relationship Id="rId61" Type="http://schemas.openxmlformats.org/officeDocument/2006/relationships/customXml" Target="../ink/ink671.xml"/><Relationship Id="rId82" Type="http://schemas.openxmlformats.org/officeDocument/2006/relationships/image" Target="../media/image15.png"/><Relationship Id="rId30" Type="http://schemas.openxmlformats.org/officeDocument/2006/relationships/customXml" Target="../ink/ink642.xml"/><Relationship Id="rId35" Type="http://schemas.openxmlformats.org/officeDocument/2006/relationships/customXml" Target="../ink/ink647.xml"/><Relationship Id="rId56" Type="http://schemas.openxmlformats.org/officeDocument/2006/relationships/customXml" Target="../ink/ink666.xml"/><Relationship Id="rId77" Type="http://schemas.openxmlformats.org/officeDocument/2006/relationships/customXml" Target="../ink/ink687.xml"/><Relationship Id="rId100" Type="http://schemas.openxmlformats.org/officeDocument/2006/relationships/image" Target="../media/image19.png"/><Relationship Id="rId105" Type="http://schemas.openxmlformats.org/officeDocument/2006/relationships/image" Target="../media/image16.jpg"/></Relationships>
</file>

<file path=ppt/slides/_rels/slide24.xml.rels><?xml version="1.0" encoding="UTF-8" standalone="yes"?>
<Relationships xmlns="http://schemas.openxmlformats.org/package/2006/relationships"><Relationship Id="rId26" Type="http://schemas.openxmlformats.org/officeDocument/2006/relationships/customXml" Target="../ink/ink716.xml"/><Relationship Id="rId42" Type="http://schemas.openxmlformats.org/officeDocument/2006/relationships/customXml" Target="../ink/ink731.xml"/><Relationship Id="rId47" Type="http://schemas.openxmlformats.org/officeDocument/2006/relationships/customXml" Target="../ink/ink735.xml"/><Relationship Id="rId63" Type="http://schemas.openxmlformats.org/officeDocument/2006/relationships/customXml" Target="../ink/ink751.xml"/><Relationship Id="rId68" Type="http://schemas.openxmlformats.org/officeDocument/2006/relationships/customXml" Target="../ink/ink756.xml"/><Relationship Id="rId84" Type="http://schemas.openxmlformats.org/officeDocument/2006/relationships/image" Target="../media/image16.png"/><Relationship Id="rId89" Type="http://schemas.openxmlformats.org/officeDocument/2006/relationships/customXml" Target="../ink/ink774.xml"/><Relationship Id="rId16" Type="http://schemas.openxmlformats.org/officeDocument/2006/relationships/customXml" Target="../ink/ink715.xml"/><Relationship Id="rId11" Type="http://schemas.openxmlformats.org/officeDocument/2006/relationships/image" Target="../media/image90.png"/><Relationship Id="rId32" Type="http://schemas.openxmlformats.org/officeDocument/2006/relationships/customXml" Target="../ink/ink722.xml"/><Relationship Id="rId37" Type="http://schemas.openxmlformats.org/officeDocument/2006/relationships/customXml" Target="../ink/ink726.xml"/><Relationship Id="rId53" Type="http://schemas.openxmlformats.org/officeDocument/2006/relationships/customXml" Target="../ink/ink741.xml"/><Relationship Id="rId58" Type="http://schemas.openxmlformats.org/officeDocument/2006/relationships/customXml" Target="../ink/ink746.xml"/><Relationship Id="rId74" Type="http://schemas.openxmlformats.org/officeDocument/2006/relationships/customXml" Target="../ink/ink762.xml"/><Relationship Id="rId79" Type="http://schemas.openxmlformats.org/officeDocument/2006/relationships/customXml" Target="../ink/ink767.xml"/><Relationship Id="rId102" Type="http://schemas.openxmlformats.org/officeDocument/2006/relationships/image" Target="../media/image30.png"/><Relationship Id="rId5" Type="http://schemas.openxmlformats.org/officeDocument/2006/relationships/customXml" Target="../ink/ink708.xml"/><Relationship Id="rId90" Type="http://schemas.openxmlformats.org/officeDocument/2006/relationships/customXml" Target="../ink/ink775.xml"/><Relationship Id="rId95" Type="http://schemas.openxmlformats.org/officeDocument/2006/relationships/image" Target="../media/image17.png"/><Relationship Id="rId27" Type="http://schemas.openxmlformats.org/officeDocument/2006/relationships/customXml" Target="../ink/ink717.xml"/><Relationship Id="rId43" Type="http://schemas.openxmlformats.org/officeDocument/2006/relationships/customXml" Target="../ink/ink732.xml"/><Relationship Id="rId48" Type="http://schemas.openxmlformats.org/officeDocument/2006/relationships/customXml" Target="../ink/ink736.xml"/><Relationship Id="rId64" Type="http://schemas.openxmlformats.org/officeDocument/2006/relationships/customXml" Target="../ink/ink752.xml"/><Relationship Id="rId69" Type="http://schemas.openxmlformats.org/officeDocument/2006/relationships/customXml" Target="../ink/ink757.xml"/><Relationship Id="rId8" Type="http://schemas.openxmlformats.org/officeDocument/2006/relationships/customXml" Target="../ink/ink711.xml"/><Relationship Id="rId51" Type="http://schemas.openxmlformats.org/officeDocument/2006/relationships/customXml" Target="../ink/ink739.xml"/><Relationship Id="rId72" Type="http://schemas.openxmlformats.org/officeDocument/2006/relationships/customXml" Target="../ink/ink760.xml"/><Relationship Id="rId80" Type="http://schemas.openxmlformats.org/officeDocument/2006/relationships/image" Target="../media/image14.png"/><Relationship Id="rId85" Type="http://schemas.openxmlformats.org/officeDocument/2006/relationships/customXml" Target="../ink/ink770.xml"/><Relationship Id="rId93" Type="http://schemas.openxmlformats.org/officeDocument/2006/relationships/customXml" Target="../ink/ink778.xml"/><Relationship Id="rId98" Type="http://schemas.openxmlformats.org/officeDocument/2006/relationships/image" Target="../media/image18.png"/><Relationship Id="rId12" Type="http://schemas.openxmlformats.org/officeDocument/2006/relationships/customXml" Target="../ink/ink713.xml"/><Relationship Id="rId25" Type="http://schemas.openxmlformats.org/officeDocument/2006/relationships/image" Target="../media/image12.png"/><Relationship Id="rId33" Type="http://schemas.openxmlformats.org/officeDocument/2006/relationships/customXml" Target="../ink/ink723.xml"/><Relationship Id="rId38" Type="http://schemas.openxmlformats.org/officeDocument/2006/relationships/customXml" Target="../ink/ink727.xml"/><Relationship Id="rId46" Type="http://schemas.openxmlformats.org/officeDocument/2006/relationships/customXml" Target="../ink/ink734.xml"/><Relationship Id="rId59" Type="http://schemas.openxmlformats.org/officeDocument/2006/relationships/customXml" Target="../ink/ink747.xml"/><Relationship Id="rId67" Type="http://schemas.openxmlformats.org/officeDocument/2006/relationships/customXml" Target="../ink/ink755.xml"/><Relationship Id="rId103" Type="http://schemas.openxmlformats.org/officeDocument/2006/relationships/customXml" Target="../ink/ink784.xml"/><Relationship Id="rId41" Type="http://schemas.openxmlformats.org/officeDocument/2006/relationships/customXml" Target="../ink/ink730.xml"/><Relationship Id="rId54" Type="http://schemas.openxmlformats.org/officeDocument/2006/relationships/customXml" Target="../ink/ink742.xml"/><Relationship Id="rId62" Type="http://schemas.openxmlformats.org/officeDocument/2006/relationships/customXml" Target="../ink/ink750.xml"/><Relationship Id="rId70" Type="http://schemas.openxmlformats.org/officeDocument/2006/relationships/customXml" Target="../ink/ink758.xml"/><Relationship Id="rId75" Type="http://schemas.openxmlformats.org/officeDocument/2006/relationships/customXml" Target="../ink/ink763.xml"/><Relationship Id="rId83" Type="http://schemas.openxmlformats.org/officeDocument/2006/relationships/customXml" Target="../ink/ink769.xml"/><Relationship Id="rId88" Type="http://schemas.openxmlformats.org/officeDocument/2006/relationships/customXml" Target="../ink/ink773.xml"/><Relationship Id="rId91" Type="http://schemas.openxmlformats.org/officeDocument/2006/relationships/customXml" Target="../ink/ink776.xml"/><Relationship Id="rId96" Type="http://schemas.openxmlformats.org/officeDocument/2006/relationships/customXml" Target="../ink/ink780.xml"/><Relationship Id="rId1" Type="http://schemas.openxmlformats.org/officeDocument/2006/relationships/slideLayout" Target="../slideLayouts/slideLayout13.xml"/><Relationship Id="rId6" Type="http://schemas.openxmlformats.org/officeDocument/2006/relationships/customXml" Target="../ink/ink709.xml"/><Relationship Id="rId15" Type="http://schemas.openxmlformats.org/officeDocument/2006/relationships/image" Target="../media/image10.png"/><Relationship Id="rId28" Type="http://schemas.openxmlformats.org/officeDocument/2006/relationships/customXml" Target="../ink/ink718.xml"/><Relationship Id="rId36" Type="http://schemas.openxmlformats.org/officeDocument/2006/relationships/image" Target="../media/image11.png"/><Relationship Id="rId49" Type="http://schemas.openxmlformats.org/officeDocument/2006/relationships/customXml" Target="../ink/ink737.xml"/><Relationship Id="rId57" Type="http://schemas.openxmlformats.org/officeDocument/2006/relationships/customXml" Target="../ink/ink745.xml"/><Relationship Id="rId31" Type="http://schemas.openxmlformats.org/officeDocument/2006/relationships/customXml" Target="../ink/ink721.xml"/><Relationship Id="rId44" Type="http://schemas.openxmlformats.org/officeDocument/2006/relationships/image" Target="../media/image13.png"/><Relationship Id="rId52" Type="http://schemas.openxmlformats.org/officeDocument/2006/relationships/customXml" Target="../ink/ink740.xml"/><Relationship Id="rId60" Type="http://schemas.openxmlformats.org/officeDocument/2006/relationships/customXml" Target="../ink/ink748.xml"/><Relationship Id="rId65" Type="http://schemas.openxmlformats.org/officeDocument/2006/relationships/customXml" Target="../ink/ink753.xml"/><Relationship Id="rId73" Type="http://schemas.openxmlformats.org/officeDocument/2006/relationships/customXml" Target="../ink/ink761.xml"/><Relationship Id="rId78" Type="http://schemas.openxmlformats.org/officeDocument/2006/relationships/customXml" Target="../ink/ink766.xml"/><Relationship Id="rId81" Type="http://schemas.openxmlformats.org/officeDocument/2006/relationships/customXml" Target="../ink/ink768.xml"/><Relationship Id="rId86" Type="http://schemas.openxmlformats.org/officeDocument/2006/relationships/customXml" Target="../ink/ink771.xml"/><Relationship Id="rId94" Type="http://schemas.openxmlformats.org/officeDocument/2006/relationships/customXml" Target="../ink/ink779.xml"/><Relationship Id="rId99" Type="http://schemas.openxmlformats.org/officeDocument/2006/relationships/customXml" Target="../ink/ink782.xml"/><Relationship Id="rId101" Type="http://schemas.openxmlformats.org/officeDocument/2006/relationships/customXml" Target="../ink/ink783.xml"/><Relationship Id="rId4" Type="http://schemas.openxmlformats.org/officeDocument/2006/relationships/image" Target="../media/image80.png"/><Relationship Id="rId9" Type="http://schemas.openxmlformats.org/officeDocument/2006/relationships/customXml" Target="../ink/ink712.xml"/><Relationship Id="rId13" Type="http://schemas.openxmlformats.org/officeDocument/2006/relationships/customXml" Target="../ink/ink714.xml"/><Relationship Id="rId39" Type="http://schemas.openxmlformats.org/officeDocument/2006/relationships/customXml" Target="../ink/ink728.xml"/><Relationship Id="rId34" Type="http://schemas.openxmlformats.org/officeDocument/2006/relationships/customXml" Target="../ink/ink724.xml"/><Relationship Id="rId50" Type="http://schemas.openxmlformats.org/officeDocument/2006/relationships/customXml" Target="../ink/ink738.xml"/><Relationship Id="rId55" Type="http://schemas.openxmlformats.org/officeDocument/2006/relationships/customXml" Target="../ink/ink743.xml"/><Relationship Id="rId76" Type="http://schemas.openxmlformats.org/officeDocument/2006/relationships/customXml" Target="../ink/ink764.xml"/><Relationship Id="rId97" Type="http://schemas.openxmlformats.org/officeDocument/2006/relationships/customXml" Target="../ink/ink781.xml"/><Relationship Id="rId104" Type="http://schemas.openxmlformats.org/officeDocument/2006/relationships/image" Target="../media/image20.png"/><Relationship Id="rId7" Type="http://schemas.openxmlformats.org/officeDocument/2006/relationships/customXml" Target="../ink/ink710.xml"/><Relationship Id="rId71" Type="http://schemas.openxmlformats.org/officeDocument/2006/relationships/customXml" Target="../ink/ink759.xml"/><Relationship Id="rId92" Type="http://schemas.openxmlformats.org/officeDocument/2006/relationships/customXml" Target="../ink/ink777.xml"/><Relationship Id="rId2" Type="http://schemas.openxmlformats.org/officeDocument/2006/relationships/customXml" Target="../ink/ink707.xml"/><Relationship Id="rId29" Type="http://schemas.openxmlformats.org/officeDocument/2006/relationships/customXml" Target="../ink/ink719.xml"/><Relationship Id="rId40" Type="http://schemas.openxmlformats.org/officeDocument/2006/relationships/customXml" Target="../ink/ink729.xml"/><Relationship Id="rId45" Type="http://schemas.openxmlformats.org/officeDocument/2006/relationships/customXml" Target="../ink/ink733.xml"/><Relationship Id="rId66" Type="http://schemas.openxmlformats.org/officeDocument/2006/relationships/customXml" Target="../ink/ink754.xml"/><Relationship Id="rId87" Type="http://schemas.openxmlformats.org/officeDocument/2006/relationships/customXml" Target="../ink/ink772.xml"/><Relationship Id="rId61" Type="http://schemas.openxmlformats.org/officeDocument/2006/relationships/customXml" Target="../ink/ink749.xml"/><Relationship Id="rId82" Type="http://schemas.openxmlformats.org/officeDocument/2006/relationships/image" Target="../media/image15.png"/><Relationship Id="rId30" Type="http://schemas.openxmlformats.org/officeDocument/2006/relationships/customXml" Target="../ink/ink720.xml"/><Relationship Id="rId35" Type="http://schemas.openxmlformats.org/officeDocument/2006/relationships/customXml" Target="../ink/ink725.xml"/><Relationship Id="rId56" Type="http://schemas.openxmlformats.org/officeDocument/2006/relationships/customXml" Target="../ink/ink744.xml"/><Relationship Id="rId77" Type="http://schemas.openxmlformats.org/officeDocument/2006/relationships/customXml" Target="../ink/ink765.xml"/><Relationship Id="rId100" Type="http://schemas.openxmlformats.org/officeDocument/2006/relationships/image" Target="../media/image19.png"/><Relationship Id="rId105" Type="http://schemas.openxmlformats.org/officeDocument/2006/relationships/image" Target="../media/image17.jpg"/></Relationships>
</file>

<file path=ppt/slides/_rels/slide25.xml.rels><?xml version="1.0" encoding="UTF-8" standalone="yes"?>
<Relationships xmlns="http://schemas.openxmlformats.org/package/2006/relationships"><Relationship Id="rId26" Type="http://schemas.openxmlformats.org/officeDocument/2006/relationships/customXml" Target="../ink/ink794.xml"/><Relationship Id="rId42" Type="http://schemas.openxmlformats.org/officeDocument/2006/relationships/customXml" Target="../ink/ink809.xml"/><Relationship Id="rId47" Type="http://schemas.openxmlformats.org/officeDocument/2006/relationships/customXml" Target="../ink/ink813.xml"/><Relationship Id="rId63" Type="http://schemas.openxmlformats.org/officeDocument/2006/relationships/customXml" Target="../ink/ink829.xml"/><Relationship Id="rId68" Type="http://schemas.openxmlformats.org/officeDocument/2006/relationships/customXml" Target="../ink/ink834.xml"/><Relationship Id="rId84" Type="http://schemas.openxmlformats.org/officeDocument/2006/relationships/image" Target="../media/image16.png"/><Relationship Id="rId89" Type="http://schemas.openxmlformats.org/officeDocument/2006/relationships/customXml" Target="../ink/ink852.xml"/><Relationship Id="rId16" Type="http://schemas.openxmlformats.org/officeDocument/2006/relationships/customXml" Target="../ink/ink793.xml"/><Relationship Id="rId11" Type="http://schemas.openxmlformats.org/officeDocument/2006/relationships/image" Target="../media/image90.png"/><Relationship Id="rId32" Type="http://schemas.openxmlformats.org/officeDocument/2006/relationships/customXml" Target="../ink/ink800.xml"/><Relationship Id="rId37" Type="http://schemas.openxmlformats.org/officeDocument/2006/relationships/customXml" Target="../ink/ink804.xml"/><Relationship Id="rId53" Type="http://schemas.openxmlformats.org/officeDocument/2006/relationships/customXml" Target="../ink/ink819.xml"/><Relationship Id="rId58" Type="http://schemas.openxmlformats.org/officeDocument/2006/relationships/customXml" Target="../ink/ink824.xml"/><Relationship Id="rId74" Type="http://schemas.openxmlformats.org/officeDocument/2006/relationships/customXml" Target="../ink/ink840.xml"/><Relationship Id="rId79" Type="http://schemas.openxmlformats.org/officeDocument/2006/relationships/customXml" Target="../ink/ink845.xml"/><Relationship Id="rId102" Type="http://schemas.openxmlformats.org/officeDocument/2006/relationships/image" Target="../media/image30.png"/><Relationship Id="rId5" Type="http://schemas.openxmlformats.org/officeDocument/2006/relationships/customXml" Target="../ink/ink786.xml"/><Relationship Id="rId90" Type="http://schemas.openxmlformats.org/officeDocument/2006/relationships/customXml" Target="../ink/ink853.xml"/><Relationship Id="rId95" Type="http://schemas.openxmlformats.org/officeDocument/2006/relationships/image" Target="../media/image17.png"/><Relationship Id="rId27" Type="http://schemas.openxmlformats.org/officeDocument/2006/relationships/customXml" Target="../ink/ink795.xml"/><Relationship Id="rId43" Type="http://schemas.openxmlformats.org/officeDocument/2006/relationships/customXml" Target="../ink/ink810.xml"/><Relationship Id="rId48" Type="http://schemas.openxmlformats.org/officeDocument/2006/relationships/customXml" Target="../ink/ink814.xml"/><Relationship Id="rId64" Type="http://schemas.openxmlformats.org/officeDocument/2006/relationships/customXml" Target="../ink/ink830.xml"/><Relationship Id="rId69" Type="http://schemas.openxmlformats.org/officeDocument/2006/relationships/customXml" Target="../ink/ink835.xml"/><Relationship Id="rId8" Type="http://schemas.openxmlformats.org/officeDocument/2006/relationships/customXml" Target="../ink/ink789.xml"/><Relationship Id="rId51" Type="http://schemas.openxmlformats.org/officeDocument/2006/relationships/customXml" Target="../ink/ink817.xml"/><Relationship Id="rId72" Type="http://schemas.openxmlformats.org/officeDocument/2006/relationships/customXml" Target="../ink/ink838.xml"/><Relationship Id="rId80" Type="http://schemas.openxmlformats.org/officeDocument/2006/relationships/image" Target="../media/image14.png"/><Relationship Id="rId85" Type="http://schemas.openxmlformats.org/officeDocument/2006/relationships/customXml" Target="../ink/ink848.xml"/><Relationship Id="rId93" Type="http://schemas.openxmlformats.org/officeDocument/2006/relationships/customXml" Target="../ink/ink856.xml"/><Relationship Id="rId98" Type="http://schemas.openxmlformats.org/officeDocument/2006/relationships/image" Target="../media/image18.png"/><Relationship Id="rId12" Type="http://schemas.openxmlformats.org/officeDocument/2006/relationships/customXml" Target="../ink/ink791.xml"/><Relationship Id="rId25" Type="http://schemas.openxmlformats.org/officeDocument/2006/relationships/image" Target="../media/image12.png"/><Relationship Id="rId33" Type="http://schemas.openxmlformats.org/officeDocument/2006/relationships/customXml" Target="../ink/ink801.xml"/><Relationship Id="rId38" Type="http://schemas.openxmlformats.org/officeDocument/2006/relationships/customXml" Target="../ink/ink805.xml"/><Relationship Id="rId46" Type="http://schemas.openxmlformats.org/officeDocument/2006/relationships/customXml" Target="../ink/ink812.xml"/><Relationship Id="rId59" Type="http://schemas.openxmlformats.org/officeDocument/2006/relationships/customXml" Target="../ink/ink825.xml"/><Relationship Id="rId67" Type="http://schemas.openxmlformats.org/officeDocument/2006/relationships/customXml" Target="../ink/ink833.xml"/><Relationship Id="rId103" Type="http://schemas.openxmlformats.org/officeDocument/2006/relationships/customXml" Target="../ink/ink862.xml"/><Relationship Id="rId41" Type="http://schemas.openxmlformats.org/officeDocument/2006/relationships/customXml" Target="../ink/ink808.xml"/><Relationship Id="rId54" Type="http://schemas.openxmlformats.org/officeDocument/2006/relationships/customXml" Target="../ink/ink820.xml"/><Relationship Id="rId62" Type="http://schemas.openxmlformats.org/officeDocument/2006/relationships/customXml" Target="../ink/ink828.xml"/><Relationship Id="rId70" Type="http://schemas.openxmlformats.org/officeDocument/2006/relationships/customXml" Target="../ink/ink836.xml"/><Relationship Id="rId75" Type="http://schemas.openxmlformats.org/officeDocument/2006/relationships/customXml" Target="../ink/ink841.xml"/><Relationship Id="rId83" Type="http://schemas.openxmlformats.org/officeDocument/2006/relationships/customXml" Target="../ink/ink847.xml"/><Relationship Id="rId88" Type="http://schemas.openxmlformats.org/officeDocument/2006/relationships/customXml" Target="../ink/ink851.xml"/><Relationship Id="rId91" Type="http://schemas.openxmlformats.org/officeDocument/2006/relationships/customXml" Target="../ink/ink854.xml"/><Relationship Id="rId96" Type="http://schemas.openxmlformats.org/officeDocument/2006/relationships/customXml" Target="../ink/ink858.xml"/><Relationship Id="rId1" Type="http://schemas.openxmlformats.org/officeDocument/2006/relationships/slideLayout" Target="../slideLayouts/slideLayout13.xml"/><Relationship Id="rId6" Type="http://schemas.openxmlformats.org/officeDocument/2006/relationships/customXml" Target="../ink/ink787.xml"/><Relationship Id="rId15" Type="http://schemas.openxmlformats.org/officeDocument/2006/relationships/image" Target="../media/image10.png"/><Relationship Id="rId28" Type="http://schemas.openxmlformats.org/officeDocument/2006/relationships/customXml" Target="../ink/ink796.xml"/><Relationship Id="rId36" Type="http://schemas.openxmlformats.org/officeDocument/2006/relationships/image" Target="../media/image11.png"/><Relationship Id="rId49" Type="http://schemas.openxmlformats.org/officeDocument/2006/relationships/customXml" Target="../ink/ink815.xml"/><Relationship Id="rId57" Type="http://schemas.openxmlformats.org/officeDocument/2006/relationships/customXml" Target="../ink/ink823.xml"/><Relationship Id="rId31" Type="http://schemas.openxmlformats.org/officeDocument/2006/relationships/customXml" Target="../ink/ink799.xml"/><Relationship Id="rId44" Type="http://schemas.openxmlformats.org/officeDocument/2006/relationships/image" Target="../media/image13.png"/><Relationship Id="rId52" Type="http://schemas.openxmlformats.org/officeDocument/2006/relationships/customXml" Target="../ink/ink818.xml"/><Relationship Id="rId60" Type="http://schemas.openxmlformats.org/officeDocument/2006/relationships/customXml" Target="../ink/ink826.xml"/><Relationship Id="rId65" Type="http://schemas.openxmlformats.org/officeDocument/2006/relationships/customXml" Target="../ink/ink831.xml"/><Relationship Id="rId73" Type="http://schemas.openxmlformats.org/officeDocument/2006/relationships/customXml" Target="../ink/ink839.xml"/><Relationship Id="rId78" Type="http://schemas.openxmlformats.org/officeDocument/2006/relationships/customXml" Target="../ink/ink844.xml"/><Relationship Id="rId81" Type="http://schemas.openxmlformats.org/officeDocument/2006/relationships/customXml" Target="../ink/ink846.xml"/><Relationship Id="rId86" Type="http://schemas.openxmlformats.org/officeDocument/2006/relationships/customXml" Target="../ink/ink849.xml"/><Relationship Id="rId94" Type="http://schemas.openxmlformats.org/officeDocument/2006/relationships/customXml" Target="../ink/ink857.xml"/><Relationship Id="rId99" Type="http://schemas.openxmlformats.org/officeDocument/2006/relationships/customXml" Target="../ink/ink860.xml"/><Relationship Id="rId101" Type="http://schemas.openxmlformats.org/officeDocument/2006/relationships/customXml" Target="../ink/ink861.xml"/><Relationship Id="rId4" Type="http://schemas.openxmlformats.org/officeDocument/2006/relationships/image" Target="../media/image80.png"/><Relationship Id="rId9" Type="http://schemas.openxmlformats.org/officeDocument/2006/relationships/customXml" Target="../ink/ink790.xml"/><Relationship Id="rId13" Type="http://schemas.openxmlformats.org/officeDocument/2006/relationships/customXml" Target="../ink/ink792.xml"/><Relationship Id="rId39" Type="http://schemas.openxmlformats.org/officeDocument/2006/relationships/customXml" Target="../ink/ink806.xml"/><Relationship Id="rId34" Type="http://schemas.openxmlformats.org/officeDocument/2006/relationships/customXml" Target="../ink/ink802.xml"/><Relationship Id="rId50" Type="http://schemas.openxmlformats.org/officeDocument/2006/relationships/customXml" Target="../ink/ink816.xml"/><Relationship Id="rId55" Type="http://schemas.openxmlformats.org/officeDocument/2006/relationships/customXml" Target="../ink/ink821.xml"/><Relationship Id="rId76" Type="http://schemas.openxmlformats.org/officeDocument/2006/relationships/customXml" Target="../ink/ink842.xml"/><Relationship Id="rId97" Type="http://schemas.openxmlformats.org/officeDocument/2006/relationships/customXml" Target="../ink/ink859.xml"/><Relationship Id="rId104" Type="http://schemas.openxmlformats.org/officeDocument/2006/relationships/image" Target="../media/image20.png"/><Relationship Id="rId7" Type="http://schemas.openxmlformats.org/officeDocument/2006/relationships/customXml" Target="../ink/ink788.xml"/><Relationship Id="rId71" Type="http://schemas.openxmlformats.org/officeDocument/2006/relationships/customXml" Target="../ink/ink837.xml"/><Relationship Id="rId92" Type="http://schemas.openxmlformats.org/officeDocument/2006/relationships/customXml" Target="../ink/ink855.xml"/><Relationship Id="rId2" Type="http://schemas.openxmlformats.org/officeDocument/2006/relationships/customXml" Target="../ink/ink785.xml"/><Relationship Id="rId29" Type="http://schemas.openxmlformats.org/officeDocument/2006/relationships/customXml" Target="../ink/ink797.xml"/><Relationship Id="rId40" Type="http://schemas.openxmlformats.org/officeDocument/2006/relationships/customXml" Target="../ink/ink807.xml"/><Relationship Id="rId45" Type="http://schemas.openxmlformats.org/officeDocument/2006/relationships/customXml" Target="../ink/ink811.xml"/><Relationship Id="rId66" Type="http://schemas.openxmlformats.org/officeDocument/2006/relationships/customXml" Target="../ink/ink832.xml"/><Relationship Id="rId87" Type="http://schemas.openxmlformats.org/officeDocument/2006/relationships/customXml" Target="../ink/ink850.xml"/><Relationship Id="rId61" Type="http://schemas.openxmlformats.org/officeDocument/2006/relationships/customXml" Target="../ink/ink827.xml"/><Relationship Id="rId82" Type="http://schemas.openxmlformats.org/officeDocument/2006/relationships/image" Target="../media/image15.png"/><Relationship Id="rId30" Type="http://schemas.openxmlformats.org/officeDocument/2006/relationships/customXml" Target="../ink/ink798.xml"/><Relationship Id="rId35" Type="http://schemas.openxmlformats.org/officeDocument/2006/relationships/customXml" Target="../ink/ink803.xml"/><Relationship Id="rId56" Type="http://schemas.openxmlformats.org/officeDocument/2006/relationships/customXml" Target="../ink/ink822.xml"/><Relationship Id="rId77" Type="http://schemas.openxmlformats.org/officeDocument/2006/relationships/customXml" Target="../ink/ink843.xml"/><Relationship Id="rId100" Type="http://schemas.openxmlformats.org/officeDocument/2006/relationships/image" Target="../media/image19.png"/><Relationship Id="rId105" Type="http://schemas.openxmlformats.org/officeDocument/2006/relationships/image" Target="../media/image18.jpg"/></Relationships>
</file>

<file path=ppt/slides/_rels/slide26.xml.rels><?xml version="1.0" encoding="UTF-8" standalone="yes"?>
<Relationships xmlns="http://schemas.openxmlformats.org/package/2006/relationships"><Relationship Id="rId26" Type="http://schemas.openxmlformats.org/officeDocument/2006/relationships/customXml" Target="../ink/ink872.xml"/><Relationship Id="rId42" Type="http://schemas.openxmlformats.org/officeDocument/2006/relationships/customXml" Target="../ink/ink887.xml"/><Relationship Id="rId47" Type="http://schemas.openxmlformats.org/officeDocument/2006/relationships/customXml" Target="../ink/ink891.xml"/><Relationship Id="rId63" Type="http://schemas.openxmlformats.org/officeDocument/2006/relationships/customXml" Target="../ink/ink907.xml"/><Relationship Id="rId68" Type="http://schemas.openxmlformats.org/officeDocument/2006/relationships/customXml" Target="../ink/ink912.xml"/><Relationship Id="rId84" Type="http://schemas.openxmlformats.org/officeDocument/2006/relationships/image" Target="../media/image16.png"/><Relationship Id="rId89" Type="http://schemas.openxmlformats.org/officeDocument/2006/relationships/customXml" Target="../ink/ink930.xml"/><Relationship Id="rId16" Type="http://schemas.openxmlformats.org/officeDocument/2006/relationships/customXml" Target="../ink/ink871.xml"/><Relationship Id="rId11" Type="http://schemas.openxmlformats.org/officeDocument/2006/relationships/image" Target="../media/image90.png"/><Relationship Id="rId32" Type="http://schemas.openxmlformats.org/officeDocument/2006/relationships/customXml" Target="../ink/ink878.xml"/><Relationship Id="rId37" Type="http://schemas.openxmlformats.org/officeDocument/2006/relationships/customXml" Target="../ink/ink882.xml"/><Relationship Id="rId53" Type="http://schemas.openxmlformats.org/officeDocument/2006/relationships/customXml" Target="../ink/ink897.xml"/><Relationship Id="rId58" Type="http://schemas.openxmlformats.org/officeDocument/2006/relationships/customXml" Target="../ink/ink902.xml"/><Relationship Id="rId74" Type="http://schemas.openxmlformats.org/officeDocument/2006/relationships/customXml" Target="../ink/ink918.xml"/><Relationship Id="rId79" Type="http://schemas.openxmlformats.org/officeDocument/2006/relationships/customXml" Target="../ink/ink923.xml"/><Relationship Id="rId102" Type="http://schemas.openxmlformats.org/officeDocument/2006/relationships/image" Target="../media/image30.png"/><Relationship Id="rId5" Type="http://schemas.openxmlformats.org/officeDocument/2006/relationships/customXml" Target="../ink/ink864.xml"/><Relationship Id="rId90" Type="http://schemas.openxmlformats.org/officeDocument/2006/relationships/customXml" Target="../ink/ink931.xml"/><Relationship Id="rId95" Type="http://schemas.openxmlformats.org/officeDocument/2006/relationships/image" Target="../media/image17.png"/><Relationship Id="rId27" Type="http://schemas.openxmlformats.org/officeDocument/2006/relationships/customXml" Target="../ink/ink873.xml"/><Relationship Id="rId43" Type="http://schemas.openxmlformats.org/officeDocument/2006/relationships/customXml" Target="../ink/ink888.xml"/><Relationship Id="rId48" Type="http://schemas.openxmlformats.org/officeDocument/2006/relationships/customXml" Target="../ink/ink892.xml"/><Relationship Id="rId64" Type="http://schemas.openxmlformats.org/officeDocument/2006/relationships/customXml" Target="../ink/ink908.xml"/><Relationship Id="rId69" Type="http://schemas.openxmlformats.org/officeDocument/2006/relationships/customXml" Target="../ink/ink913.xml"/><Relationship Id="rId8" Type="http://schemas.openxmlformats.org/officeDocument/2006/relationships/customXml" Target="../ink/ink867.xml"/><Relationship Id="rId51" Type="http://schemas.openxmlformats.org/officeDocument/2006/relationships/customXml" Target="../ink/ink895.xml"/><Relationship Id="rId72" Type="http://schemas.openxmlformats.org/officeDocument/2006/relationships/customXml" Target="../ink/ink916.xml"/><Relationship Id="rId80" Type="http://schemas.openxmlformats.org/officeDocument/2006/relationships/image" Target="../media/image14.png"/><Relationship Id="rId85" Type="http://schemas.openxmlformats.org/officeDocument/2006/relationships/customXml" Target="../ink/ink926.xml"/><Relationship Id="rId93" Type="http://schemas.openxmlformats.org/officeDocument/2006/relationships/customXml" Target="../ink/ink934.xml"/><Relationship Id="rId98" Type="http://schemas.openxmlformats.org/officeDocument/2006/relationships/image" Target="../media/image18.png"/><Relationship Id="rId12" Type="http://schemas.openxmlformats.org/officeDocument/2006/relationships/customXml" Target="../ink/ink869.xml"/><Relationship Id="rId25" Type="http://schemas.openxmlformats.org/officeDocument/2006/relationships/image" Target="../media/image12.png"/><Relationship Id="rId33" Type="http://schemas.openxmlformats.org/officeDocument/2006/relationships/customXml" Target="../ink/ink879.xml"/><Relationship Id="rId38" Type="http://schemas.openxmlformats.org/officeDocument/2006/relationships/customXml" Target="../ink/ink883.xml"/><Relationship Id="rId46" Type="http://schemas.openxmlformats.org/officeDocument/2006/relationships/customXml" Target="../ink/ink890.xml"/><Relationship Id="rId59" Type="http://schemas.openxmlformats.org/officeDocument/2006/relationships/customXml" Target="../ink/ink903.xml"/><Relationship Id="rId67" Type="http://schemas.openxmlformats.org/officeDocument/2006/relationships/customXml" Target="../ink/ink911.xml"/><Relationship Id="rId103" Type="http://schemas.openxmlformats.org/officeDocument/2006/relationships/customXml" Target="../ink/ink940.xml"/><Relationship Id="rId41" Type="http://schemas.openxmlformats.org/officeDocument/2006/relationships/customXml" Target="../ink/ink886.xml"/><Relationship Id="rId54" Type="http://schemas.openxmlformats.org/officeDocument/2006/relationships/customXml" Target="../ink/ink898.xml"/><Relationship Id="rId62" Type="http://schemas.openxmlformats.org/officeDocument/2006/relationships/customXml" Target="../ink/ink906.xml"/><Relationship Id="rId70" Type="http://schemas.openxmlformats.org/officeDocument/2006/relationships/customXml" Target="../ink/ink914.xml"/><Relationship Id="rId75" Type="http://schemas.openxmlformats.org/officeDocument/2006/relationships/customXml" Target="../ink/ink919.xml"/><Relationship Id="rId83" Type="http://schemas.openxmlformats.org/officeDocument/2006/relationships/customXml" Target="../ink/ink925.xml"/><Relationship Id="rId88" Type="http://schemas.openxmlformats.org/officeDocument/2006/relationships/customXml" Target="../ink/ink929.xml"/><Relationship Id="rId91" Type="http://schemas.openxmlformats.org/officeDocument/2006/relationships/customXml" Target="../ink/ink932.xml"/><Relationship Id="rId96" Type="http://schemas.openxmlformats.org/officeDocument/2006/relationships/customXml" Target="../ink/ink936.xml"/><Relationship Id="rId1" Type="http://schemas.openxmlformats.org/officeDocument/2006/relationships/slideLayout" Target="../slideLayouts/slideLayout13.xml"/><Relationship Id="rId6" Type="http://schemas.openxmlformats.org/officeDocument/2006/relationships/customXml" Target="../ink/ink865.xml"/><Relationship Id="rId15" Type="http://schemas.openxmlformats.org/officeDocument/2006/relationships/image" Target="../media/image10.png"/><Relationship Id="rId28" Type="http://schemas.openxmlformats.org/officeDocument/2006/relationships/customXml" Target="../ink/ink874.xml"/><Relationship Id="rId36" Type="http://schemas.openxmlformats.org/officeDocument/2006/relationships/image" Target="../media/image11.png"/><Relationship Id="rId49" Type="http://schemas.openxmlformats.org/officeDocument/2006/relationships/customXml" Target="../ink/ink893.xml"/><Relationship Id="rId57" Type="http://schemas.openxmlformats.org/officeDocument/2006/relationships/customXml" Target="../ink/ink901.xml"/><Relationship Id="rId31" Type="http://schemas.openxmlformats.org/officeDocument/2006/relationships/customXml" Target="../ink/ink877.xml"/><Relationship Id="rId44" Type="http://schemas.openxmlformats.org/officeDocument/2006/relationships/image" Target="../media/image13.png"/><Relationship Id="rId52" Type="http://schemas.openxmlformats.org/officeDocument/2006/relationships/customXml" Target="../ink/ink896.xml"/><Relationship Id="rId60" Type="http://schemas.openxmlformats.org/officeDocument/2006/relationships/customXml" Target="../ink/ink904.xml"/><Relationship Id="rId65" Type="http://schemas.openxmlformats.org/officeDocument/2006/relationships/customXml" Target="../ink/ink909.xml"/><Relationship Id="rId73" Type="http://schemas.openxmlformats.org/officeDocument/2006/relationships/customXml" Target="../ink/ink917.xml"/><Relationship Id="rId78" Type="http://schemas.openxmlformats.org/officeDocument/2006/relationships/customXml" Target="../ink/ink922.xml"/><Relationship Id="rId81" Type="http://schemas.openxmlformats.org/officeDocument/2006/relationships/customXml" Target="../ink/ink924.xml"/><Relationship Id="rId86" Type="http://schemas.openxmlformats.org/officeDocument/2006/relationships/customXml" Target="../ink/ink927.xml"/><Relationship Id="rId94" Type="http://schemas.openxmlformats.org/officeDocument/2006/relationships/customXml" Target="../ink/ink935.xml"/><Relationship Id="rId99" Type="http://schemas.openxmlformats.org/officeDocument/2006/relationships/customXml" Target="../ink/ink938.xml"/><Relationship Id="rId101" Type="http://schemas.openxmlformats.org/officeDocument/2006/relationships/customXml" Target="../ink/ink939.xml"/><Relationship Id="rId4" Type="http://schemas.openxmlformats.org/officeDocument/2006/relationships/image" Target="../media/image80.png"/><Relationship Id="rId9" Type="http://schemas.openxmlformats.org/officeDocument/2006/relationships/customXml" Target="../ink/ink868.xml"/><Relationship Id="rId13" Type="http://schemas.openxmlformats.org/officeDocument/2006/relationships/customXml" Target="../ink/ink870.xml"/><Relationship Id="rId39" Type="http://schemas.openxmlformats.org/officeDocument/2006/relationships/customXml" Target="../ink/ink884.xml"/><Relationship Id="rId34" Type="http://schemas.openxmlformats.org/officeDocument/2006/relationships/customXml" Target="../ink/ink880.xml"/><Relationship Id="rId50" Type="http://schemas.openxmlformats.org/officeDocument/2006/relationships/customXml" Target="../ink/ink894.xml"/><Relationship Id="rId55" Type="http://schemas.openxmlformats.org/officeDocument/2006/relationships/customXml" Target="../ink/ink899.xml"/><Relationship Id="rId76" Type="http://schemas.openxmlformats.org/officeDocument/2006/relationships/customXml" Target="../ink/ink920.xml"/><Relationship Id="rId97" Type="http://schemas.openxmlformats.org/officeDocument/2006/relationships/customXml" Target="../ink/ink937.xml"/><Relationship Id="rId104" Type="http://schemas.openxmlformats.org/officeDocument/2006/relationships/image" Target="../media/image20.png"/><Relationship Id="rId7" Type="http://schemas.openxmlformats.org/officeDocument/2006/relationships/customXml" Target="../ink/ink866.xml"/><Relationship Id="rId71" Type="http://schemas.openxmlformats.org/officeDocument/2006/relationships/customXml" Target="../ink/ink915.xml"/><Relationship Id="rId92" Type="http://schemas.openxmlformats.org/officeDocument/2006/relationships/customXml" Target="../ink/ink933.xml"/><Relationship Id="rId2" Type="http://schemas.openxmlformats.org/officeDocument/2006/relationships/customXml" Target="../ink/ink863.xml"/><Relationship Id="rId29" Type="http://schemas.openxmlformats.org/officeDocument/2006/relationships/customXml" Target="../ink/ink875.xml"/><Relationship Id="rId40" Type="http://schemas.openxmlformats.org/officeDocument/2006/relationships/customXml" Target="../ink/ink885.xml"/><Relationship Id="rId45" Type="http://schemas.openxmlformats.org/officeDocument/2006/relationships/customXml" Target="../ink/ink889.xml"/><Relationship Id="rId66" Type="http://schemas.openxmlformats.org/officeDocument/2006/relationships/customXml" Target="../ink/ink910.xml"/><Relationship Id="rId87" Type="http://schemas.openxmlformats.org/officeDocument/2006/relationships/customXml" Target="../ink/ink928.xml"/><Relationship Id="rId61" Type="http://schemas.openxmlformats.org/officeDocument/2006/relationships/customXml" Target="../ink/ink905.xml"/><Relationship Id="rId82" Type="http://schemas.openxmlformats.org/officeDocument/2006/relationships/image" Target="../media/image15.png"/><Relationship Id="rId30" Type="http://schemas.openxmlformats.org/officeDocument/2006/relationships/customXml" Target="../ink/ink876.xml"/><Relationship Id="rId35" Type="http://schemas.openxmlformats.org/officeDocument/2006/relationships/customXml" Target="../ink/ink881.xml"/><Relationship Id="rId56" Type="http://schemas.openxmlformats.org/officeDocument/2006/relationships/customXml" Target="../ink/ink900.xml"/><Relationship Id="rId77" Type="http://schemas.openxmlformats.org/officeDocument/2006/relationships/customXml" Target="../ink/ink921.xml"/><Relationship Id="rId100" Type="http://schemas.openxmlformats.org/officeDocument/2006/relationships/image" Target="../media/image19.png"/><Relationship Id="rId105" Type="http://schemas.openxmlformats.org/officeDocument/2006/relationships/image" Target="../media/image19.jpg"/></Relationships>
</file>

<file path=ppt/slides/_rels/slide27.xml.rels><?xml version="1.0" encoding="UTF-8" standalone="yes"?>
<Relationships xmlns="http://schemas.openxmlformats.org/package/2006/relationships"><Relationship Id="rId26" Type="http://schemas.openxmlformats.org/officeDocument/2006/relationships/customXml" Target="../ink/ink950.xml"/><Relationship Id="rId42" Type="http://schemas.openxmlformats.org/officeDocument/2006/relationships/customXml" Target="../ink/ink965.xml"/><Relationship Id="rId47" Type="http://schemas.openxmlformats.org/officeDocument/2006/relationships/customXml" Target="../ink/ink969.xml"/><Relationship Id="rId63" Type="http://schemas.openxmlformats.org/officeDocument/2006/relationships/customXml" Target="../ink/ink985.xml"/><Relationship Id="rId68" Type="http://schemas.openxmlformats.org/officeDocument/2006/relationships/customXml" Target="../ink/ink990.xml"/><Relationship Id="rId84" Type="http://schemas.openxmlformats.org/officeDocument/2006/relationships/image" Target="../media/image16.png"/><Relationship Id="rId89" Type="http://schemas.openxmlformats.org/officeDocument/2006/relationships/customXml" Target="../ink/ink1008.xml"/><Relationship Id="rId16" Type="http://schemas.openxmlformats.org/officeDocument/2006/relationships/customXml" Target="../ink/ink949.xml"/><Relationship Id="rId11" Type="http://schemas.openxmlformats.org/officeDocument/2006/relationships/image" Target="../media/image90.png"/><Relationship Id="rId32" Type="http://schemas.openxmlformats.org/officeDocument/2006/relationships/customXml" Target="../ink/ink956.xml"/><Relationship Id="rId37" Type="http://schemas.openxmlformats.org/officeDocument/2006/relationships/customXml" Target="../ink/ink960.xml"/><Relationship Id="rId53" Type="http://schemas.openxmlformats.org/officeDocument/2006/relationships/customXml" Target="../ink/ink975.xml"/><Relationship Id="rId58" Type="http://schemas.openxmlformats.org/officeDocument/2006/relationships/customXml" Target="../ink/ink980.xml"/><Relationship Id="rId74" Type="http://schemas.openxmlformats.org/officeDocument/2006/relationships/customXml" Target="../ink/ink996.xml"/><Relationship Id="rId79" Type="http://schemas.openxmlformats.org/officeDocument/2006/relationships/customXml" Target="../ink/ink1001.xml"/><Relationship Id="rId102" Type="http://schemas.openxmlformats.org/officeDocument/2006/relationships/image" Target="../media/image30.png"/><Relationship Id="rId5" Type="http://schemas.openxmlformats.org/officeDocument/2006/relationships/customXml" Target="../ink/ink942.xml"/><Relationship Id="rId90" Type="http://schemas.openxmlformats.org/officeDocument/2006/relationships/customXml" Target="../ink/ink1009.xml"/><Relationship Id="rId95" Type="http://schemas.openxmlformats.org/officeDocument/2006/relationships/image" Target="../media/image17.png"/><Relationship Id="rId27" Type="http://schemas.openxmlformats.org/officeDocument/2006/relationships/customXml" Target="../ink/ink951.xml"/><Relationship Id="rId43" Type="http://schemas.openxmlformats.org/officeDocument/2006/relationships/customXml" Target="../ink/ink966.xml"/><Relationship Id="rId48" Type="http://schemas.openxmlformats.org/officeDocument/2006/relationships/customXml" Target="../ink/ink970.xml"/><Relationship Id="rId64" Type="http://schemas.openxmlformats.org/officeDocument/2006/relationships/customXml" Target="../ink/ink986.xml"/><Relationship Id="rId69" Type="http://schemas.openxmlformats.org/officeDocument/2006/relationships/customXml" Target="../ink/ink991.xml"/><Relationship Id="rId8" Type="http://schemas.openxmlformats.org/officeDocument/2006/relationships/customXml" Target="../ink/ink945.xml"/><Relationship Id="rId51" Type="http://schemas.openxmlformats.org/officeDocument/2006/relationships/customXml" Target="../ink/ink973.xml"/><Relationship Id="rId72" Type="http://schemas.openxmlformats.org/officeDocument/2006/relationships/customXml" Target="../ink/ink994.xml"/><Relationship Id="rId80" Type="http://schemas.openxmlformats.org/officeDocument/2006/relationships/image" Target="../media/image14.png"/><Relationship Id="rId85" Type="http://schemas.openxmlformats.org/officeDocument/2006/relationships/customXml" Target="../ink/ink1004.xml"/><Relationship Id="rId93" Type="http://schemas.openxmlformats.org/officeDocument/2006/relationships/customXml" Target="../ink/ink1012.xml"/><Relationship Id="rId98" Type="http://schemas.openxmlformats.org/officeDocument/2006/relationships/image" Target="../media/image18.png"/><Relationship Id="rId12" Type="http://schemas.openxmlformats.org/officeDocument/2006/relationships/customXml" Target="../ink/ink947.xml"/><Relationship Id="rId25" Type="http://schemas.openxmlformats.org/officeDocument/2006/relationships/image" Target="../media/image12.png"/><Relationship Id="rId33" Type="http://schemas.openxmlformats.org/officeDocument/2006/relationships/customXml" Target="../ink/ink957.xml"/><Relationship Id="rId38" Type="http://schemas.openxmlformats.org/officeDocument/2006/relationships/customXml" Target="../ink/ink961.xml"/><Relationship Id="rId46" Type="http://schemas.openxmlformats.org/officeDocument/2006/relationships/customXml" Target="../ink/ink968.xml"/><Relationship Id="rId59" Type="http://schemas.openxmlformats.org/officeDocument/2006/relationships/customXml" Target="../ink/ink981.xml"/><Relationship Id="rId67" Type="http://schemas.openxmlformats.org/officeDocument/2006/relationships/customXml" Target="../ink/ink989.xml"/><Relationship Id="rId103" Type="http://schemas.openxmlformats.org/officeDocument/2006/relationships/customXml" Target="../ink/ink1018.xml"/><Relationship Id="rId41" Type="http://schemas.openxmlformats.org/officeDocument/2006/relationships/customXml" Target="../ink/ink964.xml"/><Relationship Id="rId54" Type="http://schemas.openxmlformats.org/officeDocument/2006/relationships/customXml" Target="../ink/ink976.xml"/><Relationship Id="rId62" Type="http://schemas.openxmlformats.org/officeDocument/2006/relationships/customXml" Target="../ink/ink984.xml"/><Relationship Id="rId70" Type="http://schemas.openxmlformats.org/officeDocument/2006/relationships/customXml" Target="../ink/ink992.xml"/><Relationship Id="rId75" Type="http://schemas.openxmlformats.org/officeDocument/2006/relationships/customXml" Target="../ink/ink997.xml"/><Relationship Id="rId83" Type="http://schemas.openxmlformats.org/officeDocument/2006/relationships/customXml" Target="../ink/ink1003.xml"/><Relationship Id="rId88" Type="http://schemas.openxmlformats.org/officeDocument/2006/relationships/customXml" Target="../ink/ink1007.xml"/><Relationship Id="rId91" Type="http://schemas.openxmlformats.org/officeDocument/2006/relationships/customXml" Target="../ink/ink1010.xml"/><Relationship Id="rId96" Type="http://schemas.openxmlformats.org/officeDocument/2006/relationships/customXml" Target="../ink/ink1014.xml"/><Relationship Id="rId1" Type="http://schemas.openxmlformats.org/officeDocument/2006/relationships/slideLayout" Target="../slideLayouts/slideLayout13.xml"/><Relationship Id="rId6" Type="http://schemas.openxmlformats.org/officeDocument/2006/relationships/customXml" Target="../ink/ink943.xml"/><Relationship Id="rId15" Type="http://schemas.openxmlformats.org/officeDocument/2006/relationships/image" Target="../media/image10.png"/><Relationship Id="rId28" Type="http://schemas.openxmlformats.org/officeDocument/2006/relationships/customXml" Target="../ink/ink952.xml"/><Relationship Id="rId36" Type="http://schemas.openxmlformats.org/officeDocument/2006/relationships/image" Target="../media/image11.png"/><Relationship Id="rId49" Type="http://schemas.openxmlformats.org/officeDocument/2006/relationships/customXml" Target="../ink/ink971.xml"/><Relationship Id="rId57" Type="http://schemas.openxmlformats.org/officeDocument/2006/relationships/customXml" Target="../ink/ink979.xml"/><Relationship Id="rId31" Type="http://schemas.openxmlformats.org/officeDocument/2006/relationships/customXml" Target="../ink/ink955.xml"/><Relationship Id="rId44" Type="http://schemas.openxmlformats.org/officeDocument/2006/relationships/image" Target="../media/image13.png"/><Relationship Id="rId52" Type="http://schemas.openxmlformats.org/officeDocument/2006/relationships/customXml" Target="../ink/ink974.xml"/><Relationship Id="rId60" Type="http://schemas.openxmlformats.org/officeDocument/2006/relationships/customXml" Target="../ink/ink982.xml"/><Relationship Id="rId65" Type="http://schemas.openxmlformats.org/officeDocument/2006/relationships/customXml" Target="../ink/ink987.xml"/><Relationship Id="rId73" Type="http://schemas.openxmlformats.org/officeDocument/2006/relationships/customXml" Target="../ink/ink995.xml"/><Relationship Id="rId78" Type="http://schemas.openxmlformats.org/officeDocument/2006/relationships/customXml" Target="../ink/ink1000.xml"/><Relationship Id="rId81" Type="http://schemas.openxmlformats.org/officeDocument/2006/relationships/customXml" Target="../ink/ink1002.xml"/><Relationship Id="rId86" Type="http://schemas.openxmlformats.org/officeDocument/2006/relationships/customXml" Target="../ink/ink1005.xml"/><Relationship Id="rId94" Type="http://schemas.openxmlformats.org/officeDocument/2006/relationships/customXml" Target="../ink/ink1013.xml"/><Relationship Id="rId99" Type="http://schemas.openxmlformats.org/officeDocument/2006/relationships/customXml" Target="../ink/ink1016.xml"/><Relationship Id="rId101" Type="http://schemas.openxmlformats.org/officeDocument/2006/relationships/customXml" Target="../ink/ink1017.xml"/><Relationship Id="rId4" Type="http://schemas.openxmlformats.org/officeDocument/2006/relationships/image" Target="../media/image80.png"/><Relationship Id="rId9" Type="http://schemas.openxmlformats.org/officeDocument/2006/relationships/customXml" Target="../ink/ink946.xml"/><Relationship Id="rId13" Type="http://schemas.openxmlformats.org/officeDocument/2006/relationships/customXml" Target="../ink/ink948.xml"/><Relationship Id="rId39" Type="http://schemas.openxmlformats.org/officeDocument/2006/relationships/customXml" Target="../ink/ink962.xml"/><Relationship Id="rId34" Type="http://schemas.openxmlformats.org/officeDocument/2006/relationships/customXml" Target="../ink/ink958.xml"/><Relationship Id="rId50" Type="http://schemas.openxmlformats.org/officeDocument/2006/relationships/customXml" Target="../ink/ink972.xml"/><Relationship Id="rId55" Type="http://schemas.openxmlformats.org/officeDocument/2006/relationships/customXml" Target="../ink/ink977.xml"/><Relationship Id="rId76" Type="http://schemas.openxmlformats.org/officeDocument/2006/relationships/customXml" Target="../ink/ink998.xml"/><Relationship Id="rId97" Type="http://schemas.openxmlformats.org/officeDocument/2006/relationships/customXml" Target="../ink/ink1015.xml"/><Relationship Id="rId104" Type="http://schemas.openxmlformats.org/officeDocument/2006/relationships/image" Target="../media/image20.png"/><Relationship Id="rId7" Type="http://schemas.openxmlformats.org/officeDocument/2006/relationships/customXml" Target="../ink/ink944.xml"/><Relationship Id="rId71" Type="http://schemas.openxmlformats.org/officeDocument/2006/relationships/customXml" Target="../ink/ink993.xml"/><Relationship Id="rId92" Type="http://schemas.openxmlformats.org/officeDocument/2006/relationships/customXml" Target="../ink/ink1011.xml"/><Relationship Id="rId2" Type="http://schemas.openxmlformats.org/officeDocument/2006/relationships/customXml" Target="../ink/ink941.xml"/><Relationship Id="rId29" Type="http://schemas.openxmlformats.org/officeDocument/2006/relationships/customXml" Target="../ink/ink953.xml"/><Relationship Id="rId40" Type="http://schemas.openxmlformats.org/officeDocument/2006/relationships/customXml" Target="../ink/ink963.xml"/><Relationship Id="rId45" Type="http://schemas.openxmlformats.org/officeDocument/2006/relationships/customXml" Target="../ink/ink967.xml"/><Relationship Id="rId66" Type="http://schemas.openxmlformats.org/officeDocument/2006/relationships/customXml" Target="../ink/ink988.xml"/><Relationship Id="rId87" Type="http://schemas.openxmlformats.org/officeDocument/2006/relationships/customXml" Target="../ink/ink1006.xml"/><Relationship Id="rId61" Type="http://schemas.openxmlformats.org/officeDocument/2006/relationships/customXml" Target="../ink/ink983.xml"/><Relationship Id="rId82" Type="http://schemas.openxmlformats.org/officeDocument/2006/relationships/image" Target="../media/image15.png"/><Relationship Id="rId30" Type="http://schemas.openxmlformats.org/officeDocument/2006/relationships/customXml" Target="../ink/ink954.xml"/><Relationship Id="rId35" Type="http://schemas.openxmlformats.org/officeDocument/2006/relationships/customXml" Target="../ink/ink959.xml"/><Relationship Id="rId56" Type="http://schemas.openxmlformats.org/officeDocument/2006/relationships/customXml" Target="../ink/ink978.xml"/><Relationship Id="rId77" Type="http://schemas.openxmlformats.org/officeDocument/2006/relationships/customXml" Target="../ink/ink999.xml"/><Relationship Id="rId100" Type="http://schemas.openxmlformats.org/officeDocument/2006/relationships/image" Target="../media/image19.png"/><Relationship Id="rId105" Type="http://schemas.openxmlformats.org/officeDocument/2006/relationships/image" Target="../media/image20.jpg"/></Relationships>
</file>

<file path=ppt/slides/_rels/slide28.xml.rels><?xml version="1.0" encoding="UTF-8" standalone="yes"?>
<Relationships xmlns="http://schemas.openxmlformats.org/package/2006/relationships"><Relationship Id="rId26" Type="http://schemas.openxmlformats.org/officeDocument/2006/relationships/customXml" Target="../ink/ink1028.xml"/><Relationship Id="rId42" Type="http://schemas.openxmlformats.org/officeDocument/2006/relationships/customXml" Target="../ink/ink1043.xml"/><Relationship Id="rId47" Type="http://schemas.openxmlformats.org/officeDocument/2006/relationships/customXml" Target="../ink/ink1047.xml"/><Relationship Id="rId63" Type="http://schemas.openxmlformats.org/officeDocument/2006/relationships/customXml" Target="../ink/ink1063.xml"/><Relationship Id="rId68" Type="http://schemas.openxmlformats.org/officeDocument/2006/relationships/customXml" Target="../ink/ink1068.xml"/><Relationship Id="rId84" Type="http://schemas.openxmlformats.org/officeDocument/2006/relationships/image" Target="../media/image16.png"/><Relationship Id="rId89" Type="http://schemas.openxmlformats.org/officeDocument/2006/relationships/customXml" Target="../ink/ink1086.xml"/><Relationship Id="rId16" Type="http://schemas.openxmlformats.org/officeDocument/2006/relationships/customXml" Target="../ink/ink1027.xml"/><Relationship Id="rId11" Type="http://schemas.openxmlformats.org/officeDocument/2006/relationships/image" Target="../media/image90.png"/><Relationship Id="rId32" Type="http://schemas.openxmlformats.org/officeDocument/2006/relationships/customXml" Target="../ink/ink1034.xml"/><Relationship Id="rId37" Type="http://schemas.openxmlformats.org/officeDocument/2006/relationships/customXml" Target="../ink/ink1038.xml"/><Relationship Id="rId53" Type="http://schemas.openxmlformats.org/officeDocument/2006/relationships/customXml" Target="../ink/ink1053.xml"/><Relationship Id="rId58" Type="http://schemas.openxmlformats.org/officeDocument/2006/relationships/customXml" Target="../ink/ink1058.xml"/><Relationship Id="rId74" Type="http://schemas.openxmlformats.org/officeDocument/2006/relationships/customXml" Target="../ink/ink1074.xml"/><Relationship Id="rId79" Type="http://schemas.openxmlformats.org/officeDocument/2006/relationships/customXml" Target="../ink/ink1079.xml"/><Relationship Id="rId102" Type="http://schemas.openxmlformats.org/officeDocument/2006/relationships/image" Target="../media/image30.png"/><Relationship Id="rId5" Type="http://schemas.openxmlformats.org/officeDocument/2006/relationships/customXml" Target="../ink/ink1020.xml"/><Relationship Id="rId90" Type="http://schemas.openxmlformats.org/officeDocument/2006/relationships/customXml" Target="../ink/ink1087.xml"/><Relationship Id="rId95" Type="http://schemas.openxmlformats.org/officeDocument/2006/relationships/image" Target="../media/image17.png"/><Relationship Id="rId27" Type="http://schemas.openxmlformats.org/officeDocument/2006/relationships/customXml" Target="../ink/ink1029.xml"/><Relationship Id="rId43" Type="http://schemas.openxmlformats.org/officeDocument/2006/relationships/customXml" Target="../ink/ink1044.xml"/><Relationship Id="rId48" Type="http://schemas.openxmlformats.org/officeDocument/2006/relationships/customXml" Target="../ink/ink1048.xml"/><Relationship Id="rId64" Type="http://schemas.openxmlformats.org/officeDocument/2006/relationships/customXml" Target="../ink/ink1064.xml"/><Relationship Id="rId69" Type="http://schemas.openxmlformats.org/officeDocument/2006/relationships/customXml" Target="../ink/ink1069.xml"/><Relationship Id="rId8" Type="http://schemas.openxmlformats.org/officeDocument/2006/relationships/customXml" Target="../ink/ink1023.xml"/><Relationship Id="rId51" Type="http://schemas.openxmlformats.org/officeDocument/2006/relationships/customXml" Target="../ink/ink1051.xml"/><Relationship Id="rId72" Type="http://schemas.openxmlformats.org/officeDocument/2006/relationships/customXml" Target="../ink/ink1072.xml"/><Relationship Id="rId80" Type="http://schemas.openxmlformats.org/officeDocument/2006/relationships/image" Target="../media/image14.png"/><Relationship Id="rId85" Type="http://schemas.openxmlformats.org/officeDocument/2006/relationships/customXml" Target="../ink/ink1082.xml"/><Relationship Id="rId93" Type="http://schemas.openxmlformats.org/officeDocument/2006/relationships/customXml" Target="../ink/ink1090.xml"/><Relationship Id="rId98" Type="http://schemas.openxmlformats.org/officeDocument/2006/relationships/image" Target="../media/image18.png"/><Relationship Id="rId12" Type="http://schemas.openxmlformats.org/officeDocument/2006/relationships/customXml" Target="../ink/ink1025.xml"/><Relationship Id="rId25" Type="http://schemas.openxmlformats.org/officeDocument/2006/relationships/image" Target="../media/image12.png"/><Relationship Id="rId33" Type="http://schemas.openxmlformats.org/officeDocument/2006/relationships/customXml" Target="../ink/ink1035.xml"/><Relationship Id="rId38" Type="http://schemas.openxmlformats.org/officeDocument/2006/relationships/customXml" Target="../ink/ink1039.xml"/><Relationship Id="rId46" Type="http://schemas.openxmlformats.org/officeDocument/2006/relationships/customXml" Target="../ink/ink1046.xml"/><Relationship Id="rId59" Type="http://schemas.openxmlformats.org/officeDocument/2006/relationships/customXml" Target="../ink/ink1059.xml"/><Relationship Id="rId67" Type="http://schemas.openxmlformats.org/officeDocument/2006/relationships/customXml" Target="../ink/ink1067.xml"/><Relationship Id="rId103" Type="http://schemas.openxmlformats.org/officeDocument/2006/relationships/customXml" Target="../ink/ink1096.xml"/><Relationship Id="rId41" Type="http://schemas.openxmlformats.org/officeDocument/2006/relationships/customXml" Target="../ink/ink1042.xml"/><Relationship Id="rId54" Type="http://schemas.openxmlformats.org/officeDocument/2006/relationships/customXml" Target="../ink/ink1054.xml"/><Relationship Id="rId62" Type="http://schemas.openxmlformats.org/officeDocument/2006/relationships/customXml" Target="../ink/ink1062.xml"/><Relationship Id="rId70" Type="http://schemas.openxmlformats.org/officeDocument/2006/relationships/customXml" Target="../ink/ink1070.xml"/><Relationship Id="rId75" Type="http://schemas.openxmlformats.org/officeDocument/2006/relationships/customXml" Target="../ink/ink1075.xml"/><Relationship Id="rId83" Type="http://schemas.openxmlformats.org/officeDocument/2006/relationships/customXml" Target="../ink/ink1081.xml"/><Relationship Id="rId88" Type="http://schemas.openxmlformats.org/officeDocument/2006/relationships/customXml" Target="../ink/ink1085.xml"/><Relationship Id="rId91" Type="http://schemas.openxmlformats.org/officeDocument/2006/relationships/customXml" Target="../ink/ink1088.xml"/><Relationship Id="rId96" Type="http://schemas.openxmlformats.org/officeDocument/2006/relationships/customXml" Target="../ink/ink1092.xml"/><Relationship Id="rId1" Type="http://schemas.openxmlformats.org/officeDocument/2006/relationships/slideLayout" Target="../slideLayouts/slideLayout13.xml"/><Relationship Id="rId6" Type="http://schemas.openxmlformats.org/officeDocument/2006/relationships/customXml" Target="../ink/ink1021.xml"/><Relationship Id="rId15" Type="http://schemas.openxmlformats.org/officeDocument/2006/relationships/image" Target="../media/image10.png"/><Relationship Id="rId28" Type="http://schemas.openxmlformats.org/officeDocument/2006/relationships/customXml" Target="../ink/ink1030.xml"/><Relationship Id="rId36" Type="http://schemas.openxmlformats.org/officeDocument/2006/relationships/image" Target="../media/image11.png"/><Relationship Id="rId49" Type="http://schemas.openxmlformats.org/officeDocument/2006/relationships/customXml" Target="../ink/ink1049.xml"/><Relationship Id="rId57" Type="http://schemas.openxmlformats.org/officeDocument/2006/relationships/customXml" Target="../ink/ink1057.xml"/><Relationship Id="rId31" Type="http://schemas.openxmlformats.org/officeDocument/2006/relationships/customXml" Target="../ink/ink1033.xml"/><Relationship Id="rId44" Type="http://schemas.openxmlformats.org/officeDocument/2006/relationships/image" Target="../media/image13.png"/><Relationship Id="rId52" Type="http://schemas.openxmlformats.org/officeDocument/2006/relationships/customXml" Target="../ink/ink1052.xml"/><Relationship Id="rId60" Type="http://schemas.openxmlformats.org/officeDocument/2006/relationships/customXml" Target="../ink/ink1060.xml"/><Relationship Id="rId65" Type="http://schemas.openxmlformats.org/officeDocument/2006/relationships/customXml" Target="../ink/ink1065.xml"/><Relationship Id="rId73" Type="http://schemas.openxmlformats.org/officeDocument/2006/relationships/customXml" Target="../ink/ink1073.xml"/><Relationship Id="rId78" Type="http://schemas.openxmlformats.org/officeDocument/2006/relationships/customXml" Target="../ink/ink1078.xml"/><Relationship Id="rId81" Type="http://schemas.openxmlformats.org/officeDocument/2006/relationships/customXml" Target="../ink/ink1080.xml"/><Relationship Id="rId86" Type="http://schemas.openxmlformats.org/officeDocument/2006/relationships/customXml" Target="../ink/ink1083.xml"/><Relationship Id="rId94" Type="http://schemas.openxmlformats.org/officeDocument/2006/relationships/customXml" Target="../ink/ink1091.xml"/><Relationship Id="rId99" Type="http://schemas.openxmlformats.org/officeDocument/2006/relationships/customXml" Target="../ink/ink1094.xml"/><Relationship Id="rId101" Type="http://schemas.openxmlformats.org/officeDocument/2006/relationships/customXml" Target="../ink/ink1095.xml"/><Relationship Id="rId4" Type="http://schemas.openxmlformats.org/officeDocument/2006/relationships/image" Target="../media/image80.png"/><Relationship Id="rId9" Type="http://schemas.openxmlformats.org/officeDocument/2006/relationships/customXml" Target="../ink/ink1024.xml"/><Relationship Id="rId13" Type="http://schemas.openxmlformats.org/officeDocument/2006/relationships/customXml" Target="../ink/ink1026.xml"/><Relationship Id="rId39" Type="http://schemas.openxmlformats.org/officeDocument/2006/relationships/customXml" Target="../ink/ink1040.xml"/><Relationship Id="rId34" Type="http://schemas.openxmlformats.org/officeDocument/2006/relationships/customXml" Target="../ink/ink1036.xml"/><Relationship Id="rId50" Type="http://schemas.openxmlformats.org/officeDocument/2006/relationships/customXml" Target="../ink/ink1050.xml"/><Relationship Id="rId55" Type="http://schemas.openxmlformats.org/officeDocument/2006/relationships/customXml" Target="../ink/ink1055.xml"/><Relationship Id="rId76" Type="http://schemas.openxmlformats.org/officeDocument/2006/relationships/customXml" Target="../ink/ink1076.xml"/><Relationship Id="rId97" Type="http://schemas.openxmlformats.org/officeDocument/2006/relationships/customXml" Target="../ink/ink1093.xml"/><Relationship Id="rId104" Type="http://schemas.openxmlformats.org/officeDocument/2006/relationships/image" Target="../media/image20.png"/><Relationship Id="rId7" Type="http://schemas.openxmlformats.org/officeDocument/2006/relationships/customXml" Target="../ink/ink1022.xml"/><Relationship Id="rId71" Type="http://schemas.openxmlformats.org/officeDocument/2006/relationships/customXml" Target="../ink/ink1071.xml"/><Relationship Id="rId92" Type="http://schemas.openxmlformats.org/officeDocument/2006/relationships/customXml" Target="../ink/ink1089.xml"/><Relationship Id="rId2" Type="http://schemas.openxmlformats.org/officeDocument/2006/relationships/customXml" Target="../ink/ink1019.xml"/><Relationship Id="rId29" Type="http://schemas.openxmlformats.org/officeDocument/2006/relationships/customXml" Target="../ink/ink1031.xml"/><Relationship Id="rId40" Type="http://schemas.openxmlformats.org/officeDocument/2006/relationships/customXml" Target="../ink/ink1041.xml"/><Relationship Id="rId45" Type="http://schemas.openxmlformats.org/officeDocument/2006/relationships/customXml" Target="../ink/ink1045.xml"/><Relationship Id="rId66" Type="http://schemas.openxmlformats.org/officeDocument/2006/relationships/customXml" Target="../ink/ink1066.xml"/><Relationship Id="rId87" Type="http://schemas.openxmlformats.org/officeDocument/2006/relationships/customXml" Target="../ink/ink1084.xml"/><Relationship Id="rId61" Type="http://schemas.openxmlformats.org/officeDocument/2006/relationships/customXml" Target="../ink/ink1061.xml"/><Relationship Id="rId82" Type="http://schemas.openxmlformats.org/officeDocument/2006/relationships/image" Target="../media/image15.png"/><Relationship Id="rId30" Type="http://schemas.openxmlformats.org/officeDocument/2006/relationships/customXml" Target="../ink/ink1032.xml"/><Relationship Id="rId35" Type="http://schemas.openxmlformats.org/officeDocument/2006/relationships/customXml" Target="../ink/ink1037.xml"/><Relationship Id="rId56" Type="http://schemas.openxmlformats.org/officeDocument/2006/relationships/customXml" Target="../ink/ink1056.xml"/><Relationship Id="rId77" Type="http://schemas.openxmlformats.org/officeDocument/2006/relationships/customXml" Target="../ink/ink1077.xml"/><Relationship Id="rId100" Type="http://schemas.openxmlformats.org/officeDocument/2006/relationships/image" Target="../media/image19.png"/><Relationship Id="rId105" Type="http://schemas.openxmlformats.org/officeDocument/2006/relationships/image" Target="../media/image21.jpg"/></Relationships>
</file>

<file path=ppt/slides/_rels/slide29.xml.rels><?xml version="1.0" encoding="UTF-8" standalone="yes"?>
<Relationships xmlns="http://schemas.openxmlformats.org/package/2006/relationships"><Relationship Id="rId26" Type="http://schemas.openxmlformats.org/officeDocument/2006/relationships/customXml" Target="../ink/ink1106.xml"/><Relationship Id="rId42" Type="http://schemas.openxmlformats.org/officeDocument/2006/relationships/customXml" Target="../ink/ink1121.xml"/><Relationship Id="rId47" Type="http://schemas.openxmlformats.org/officeDocument/2006/relationships/customXml" Target="../ink/ink1125.xml"/><Relationship Id="rId63" Type="http://schemas.openxmlformats.org/officeDocument/2006/relationships/customXml" Target="../ink/ink1141.xml"/><Relationship Id="rId68" Type="http://schemas.openxmlformats.org/officeDocument/2006/relationships/customXml" Target="../ink/ink1146.xml"/><Relationship Id="rId84" Type="http://schemas.openxmlformats.org/officeDocument/2006/relationships/image" Target="../media/image16.png"/><Relationship Id="rId89" Type="http://schemas.openxmlformats.org/officeDocument/2006/relationships/customXml" Target="../ink/ink1164.xml"/><Relationship Id="rId16" Type="http://schemas.openxmlformats.org/officeDocument/2006/relationships/customXml" Target="../ink/ink1105.xml"/><Relationship Id="rId11" Type="http://schemas.openxmlformats.org/officeDocument/2006/relationships/image" Target="../media/image90.png"/><Relationship Id="rId32" Type="http://schemas.openxmlformats.org/officeDocument/2006/relationships/customXml" Target="../ink/ink1112.xml"/><Relationship Id="rId37" Type="http://schemas.openxmlformats.org/officeDocument/2006/relationships/customXml" Target="../ink/ink1116.xml"/><Relationship Id="rId53" Type="http://schemas.openxmlformats.org/officeDocument/2006/relationships/customXml" Target="../ink/ink1131.xml"/><Relationship Id="rId58" Type="http://schemas.openxmlformats.org/officeDocument/2006/relationships/customXml" Target="../ink/ink1136.xml"/><Relationship Id="rId74" Type="http://schemas.openxmlformats.org/officeDocument/2006/relationships/customXml" Target="../ink/ink1152.xml"/><Relationship Id="rId79" Type="http://schemas.openxmlformats.org/officeDocument/2006/relationships/customXml" Target="../ink/ink1157.xml"/><Relationship Id="rId102" Type="http://schemas.openxmlformats.org/officeDocument/2006/relationships/image" Target="../media/image30.png"/><Relationship Id="rId5" Type="http://schemas.openxmlformats.org/officeDocument/2006/relationships/customXml" Target="../ink/ink1098.xml"/><Relationship Id="rId90" Type="http://schemas.openxmlformats.org/officeDocument/2006/relationships/customXml" Target="../ink/ink1165.xml"/><Relationship Id="rId95" Type="http://schemas.openxmlformats.org/officeDocument/2006/relationships/image" Target="../media/image17.png"/><Relationship Id="rId27" Type="http://schemas.openxmlformats.org/officeDocument/2006/relationships/customXml" Target="../ink/ink1107.xml"/><Relationship Id="rId43" Type="http://schemas.openxmlformats.org/officeDocument/2006/relationships/customXml" Target="../ink/ink1122.xml"/><Relationship Id="rId48" Type="http://schemas.openxmlformats.org/officeDocument/2006/relationships/customXml" Target="../ink/ink1126.xml"/><Relationship Id="rId64" Type="http://schemas.openxmlformats.org/officeDocument/2006/relationships/customXml" Target="../ink/ink1142.xml"/><Relationship Id="rId69" Type="http://schemas.openxmlformats.org/officeDocument/2006/relationships/customXml" Target="../ink/ink1147.xml"/><Relationship Id="rId8" Type="http://schemas.openxmlformats.org/officeDocument/2006/relationships/customXml" Target="../ink/ink1101.xml"/><Relationship Id="rId51" Type="http://schemas.openxmlformats.org/officeDocument/2006/relationships/customXml" Target="../ink/ink1129.xml"/><Relationship Id="rId72" Type="http://schemas.openxmlformats.org/officeDocument/2006/relationships/customXml" Target="../ink/ink1150.xml"/><Relationship Id="rId80" Type="http://schemas.openxmlformats.org/officeDocument/2006/relationships/image" Target="../media/image14.png"/><Relationship Id="rId85" Type="http://schemas.openxmlformats.org/officeDocument/2006/relationships/customXml" Target="../ink/ink1160.xml"/><Relationship Id="rId93" Type="http://schemas.openxmlformats.org/officeDocument/2006/relationships/customXml" Target="../ink/ink1168.xml"/><Relationship Id="rId98" Type="http://schemas.openxmlformats.org/officeDocument/2006/relationships/image" Target="../media/image18.png"/><Relationship Id="rId12" Type="http://schemas.openxmlformats.org/officeDocument/2006/relationships/customXml" Target="../ink/ink1103.xml"/><Relationship Id="rId25" Type="http://schemas.openxmlformats.org/officeDocument/2006/relationships/image" Target="../media/image12.png"/><Relationship Id="rId33" Type="http://schemas.openxmlformats.org/officeDocument/2006/relationships/customXml" Target="../ink/ink1113.xml"/><Relationship Id="rId38" Type="http://schemas.openxmlformats.org/officeDocument/2006/relationships/customXml" Target="../ink/ink1117.xml"/><Relationship Id="rId46" Type="http://schemas.openxmlformats.org/officeDocument/2006/relationships/customXml" Target="../ink/ink1124.xml"/><Relationship Id="rId59" Type="http://schemas.openxmlformats.org/officeDocument/2006/relationships/customXml" Target="../ink/ink1137.xml"/><Relationship Id="rId67" Type="http://schemas.openxmlformats.org/officeDocument/2006/relationships/customXml" Target="../ink/ink1145.xml"/><Relationship Id="rId103" Type="http://schemas.openxmlformats.org/officeDocument/2006/relationships/customXml" Target="../ink/ink1174.xml"/><Relationship Id="rId41" Type="http://schemas.openxmlformats.org/officeDocument/2006/relationships/customXml" Target="../ink/ink1120.xml"/><Relationship Id="rId54" Type="http://schemas.openxmlformats.org/officeDocument/2006/relationships/customXml" Target="../ink/ink1132.xml"/><Relationship Id="rId62" Type="http://schemas.openxmlformats.org/officeDocument/2006/relationships/customXml" Target="../ink/ink1140.xml"/><Relationship Id="rId70" Type="http://schemas.openxmlformats.org/officeDocument/2006/relationships/customXml" Target="../ink/ink1148.xml"/><Relationship Id="rId75" Type="http://schemas.openxmlformats.org/officeDocument/2006/relationships/customXml" Target="../ink/ink1153.xml"/><Relationship Id="rId83" Type="http://schemas.openxmlformats.org/officeDocument/2006/relationships/customXml" Target="../ink/ink1159.xml"/><Relationship Id="rId88" Type="http://schemas.openxmlformats.org/officeDocument/2006/relationships/customXml" Target="../ink/ink1163.xml"/><Relationship Id="rId91" Type="http://schemas.openxmlformats.org/officeDocument/2006/relationships/customXml" Target="../ink/ink1166.xml"/><Relationship Id="rId96" Type="http://schemas.openxmlformats.org/officeDocument/2006/relationships/customXml" Target="../ink/ink1170.xml"/><Relationship Id="rId1" Type="http://schemas.openxmlformats.org/officeDocument/2006/relationships/slideLayout" Target="../slideLayouts/slideLayout13.xml"/><Relationship Id="rId6" Type="http://schemas.openxmlformats.org/officeDocument/2006/relationships/customXml" Target="../ink/ink1099.xml"/><Relationship Id="rId15" Type="http://schemas.openxmlformats.org/officeDocument/2006/relationships/image" Target="../media/image10.png"/><Relationship Id="rId28" Type="http://schemas.openxmlformats.org/officeDocument/2006/relationships/customXml" Target="../ink/ink1108.xml"/><Relationship Id="rId36" Type="http://schemas.openxmlformats.org/officeDocument/2006/relationships/image" Target="../media/image11.png"/><Relationship Id="rId49" Type="http://schemas.openxmlformats.org/officeDocument/2006/relationships/customXml" Target="../ink/ink1127.xml"/><Relationship Id="rId57" Type="http://schemas.openxmlformats.org/officeDocument/2006/relationships/customXml" Target="../ink/ink1135.xml"/><Relationship Id="rId31" Type="http://schemas.openxmlformats.org/officeDocument/2006/relationships/customXml" Target="../ink/ink1111.xml"/><Relationship Id="rId44" Type="http://schemas.openxmlformats.org/officeDocument/2006/relationships/image" Target="../media/image13.png"/><Relationship Id="rId52" Type="http://schemas.openxmlformats.org/officeDocument/2006/relationships/customXml" Target="../ink/ink1130.xml"/><Relationship Id="rId60" Type="http://schemas.openxmlformats.org/officeDocument/2006/relationships/customXml" Target="../ink/ink1138.xml"/><Relationship Id="rId65" Type="http://schemas.openxmlformats.org/officeDocument/2006/relationships/customXml" Target="../ink/ink1143.xml"/><Relationship Id="rId73" Type="http://schemas.openxmlformats.org/officeDocument/2006/relationships/customXml" Target="../ink/ink1151.xml"/><Relationship Id="rId78" Type="http://schemas.openxmlformats.org/officeDocument/2006/relationships/customXml" Target="../ink/ink1156.xml"/><Relationship Id="rId81" Type="http://schemas.openxmlformats.org/officeDocument/2006/relationships/customXml" Target="../ink/ink1158.xml"/><Relationship Id="rId86" Type="http://schemas.openxmlformats.org/officeDocument/2006/relationships/customXml" Target="../ink/ink1161.xml"/><Relationship Id="rId94" Type="http://schemas.openxmlformats.org/officeDocument/2006/relationships/customXml" Target="../ink/ink1169.xml"/><Relationship Id="rId99" Type="http://schemas.openxmlformats.org/officeDocument/2006/relationships/customXml" Target="../ink/ink1172.xml"/><Relationship Id="rId101" Type="http://schemas.openxmlformats.org/officeDocument/2006/relationships/customXml" Target="../ink/ink1173.xml"/><Relationship Id="rId4" Type="http://schemas.openxmlformats.org/officeDocument/2006/relationships/image" Target="../media/image80.png"/><Relationship Id="rId9" Type="http://schemas.openxmlformats.org/officeDocument/2006/relationships/customXml" Target="../ink/ink1102.xml"/><Relationship Id="rId13" Type="http://schemas.openxmlformats.org/officeDocument/2006/relationships/customXml" Target="../ink/ink1104.xml"/><Relationship Id="rId39" Type="http://schemas.openxmlformats.org/officeDocument/2006/relationships/customXml" Target="../ink/ink1118.xml"/><Relationship Id="rId34" Type="http://schemas.openxmlformats.org/officeDocument/2006/relationships/customXml" Target="../ink/ink1114.xml"/><Relationship Id="rId50" Type="http://schemas.openxmlformats.org/officeDocument/2006/relationships/customXml" Target="../ink/ink1128.xml"/><Relationship Id="rId55" Type="http://schemas.openxmlformats.org/officeDocument/2006/relationships/customXml" Target="../ink/ink1133.xml"/><Relationship Id="rId76" Type="http://schemas.openxmlformats.org/officeDocument/2006/relationships/customXml" Target="../ink/ink1154.xml"/><Relationship Id="rId97" Type="http://schemas.openxmlformats.org/officeDocument/2006/relationships/customXml" Target="../ink/ink1171.xml"/><Relationship Id="rId104" Type="http://schemas.openxmlformats.org/officeDocument/2006/relationships/image" Target="../media/image20.png"/><Relationship Id="rId7" Type="http://schemas.openxmlformats.org/officeDocument/2006/relationships/customXml" Target="../ink/ink1100.xml"/><Relationship Id="rId71" Type="http://schemas.openxmlformats.org/officeDocument/2006/relationships/customXml" Target="../ink/ink1149.xml"/><Relationship Id="rId92" Type="http://schemas.openxmlformats.org/officeDocument/2006/relationships/customXml" Target="../ink/ink1167.xml"/><Relationship Id="rId2" Type="http://schemas.openxmlformats.org/officeDocument/2006/relationships/customXml" Target="../ink/ink1097.xml"/><Relationship Id="rId29" Type="http://schemas.openxmlformats.org/officeDocument/2006/relationships/customXml" Target="../ink/ink1109.xml"/><Relationship Id="rId40" Type="http://schemas.openxmlformats.org/officeDocument/2006/relationships/customXml" Target="../ink/ink1119.xml"/><Relationship Id="rId45" Type="http://schemas.openxmlformats.org/officeDocument/2006/relationships/customXml" Target="../ink/ink1123.xml"/><Relationship Id="rId66" Type="http://schemas.openxmlformats.org/officeDocument/2006/relationships/customXml" Target="../ink/ink1144.xml"/><Relationship Id="rId87" Type="http://schemas.openxmlformats.org/officeDocument/2006/relationships/customXml" Target="../ink/ink1162.xml"/><Relationship Id="rId61" Type="http://schemas.openxmlformats.org/officeDocument/2006/relationships/customXml" Target="../ink/ink1139.xml"/><Relationship Id="rId82" Type="http://schemas.openxmlformats.org/officeDocument/2006/relationships/image" Target="../media/image15.png"/><Relationship Id="rId30" Type="http://schemas.openxmlformats.org/officeDocument/2006/relationships/customXml" Target="../ink/ink1110.xml"/><Relationship Id="rId35" Type="http://schemas.openxmlformats.org/officeDocument/2006/relationships/customXml" Target="../ink/ink1115.xml"/><Relationship Id="rId56" Type="http://schemas.openxmlformats.org/officeDocument/2006/relationships/customXml" Target="../ink/ink1134.xml"/><Relationship Id="rId77" Type="http://schemas.openxmlformats.org/officeDocument/2006/relationships/customXml" Target="../ink/ink1155.xml"/><Relationship Id="rId100" Type="http://schemas.openxmlformats.org/officeDocument/2006/relationships/image" Target="../media/image19.png"/><Relationship Id="rId105" Type="http://schemas.openxmlformats.org/officeDocument/2006/relationships/image" Target="../media/image2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rcRect r="86674"/>
          <a:stretch>
            <a:fillRect/>
          </a:stretch>
        </p:blipFill>
        <p:spPr>
          <a:xfrm>
            <a:off x="8890" y="194945"/>
            <a:ext cx="1327785" cy="1087120"/>
          </a:xfrm>
          <a:prstGeom prst="rect">
            <a:avLst/>
          </a:prstGeom>
          <a:noFill/>
        </p:spPr>
      </p:pic>
      <p:sp>
        <p:nvSpPr>
          <p:cNvPr id="5" name="Title 4"/>
          <p:cNvSpPr>
            <a:spLocks noGrp="1"/>
          </p:cNvSpPr>
          <p:nvPr>
            <p:ph type="title"/>
          </p:nvPr>
        </p:nvSpPr>
        <p:spPr>
          <a:xfrm>
            <a:off x="1254379" y="269357"/>
            <a:ext cx="11043285" cy="1107440"/>
          </a:xfrm>
        </p:spPr>
        <p:txBody>
          <a:bodyPr>
            <a:noAutofit/>
          </a:bodyPr>
          <a:lstStyle/>
          <a:p>
            <a:r>
              <a:rPr lang="en-GB" sz="2400" b="1" dirty="0">
                <a:solidFill>
                  <a:schemeClr val="accent1">
                    <a:lumMod val="50000"/>
                  </a:schemeClr>
                </a:solidFill>
                <a:latin typeface="Times New Roman" panose="02020603050405020304" pitchFamily="18" charset="0"/>
                <a:cs typeface="Times New Roman" panose="02020603050405020304" pitchFamily="18" charset="0"/>
              </a:rPr>
              <a:t>GAYATRI VIDYA PARISHAD COLLEGE FOR DEGREE AND PG COURSES(A</a:t>
            </a:r>
            <a:br>
              <a:rPr lang="en-GB" sz="2400" b="1" dirty="0">
                <a:solidFill>
                  <a:schemeClr val="accent1">
                    <a:lumMod val="50000"/>
                  </a:schemeClr>
                </a:solidFill>
                <a:latin typeface="Times New Roman" panose="02020603050405020304" pitchFamily="18" charset="0"/>
                <a:cs typeface="Times New Roman" panose="02020603050405020304" pitchFamily="18" charset="0"/>
              </a:rPr>
            </a:br>
            <a:r>
              <a:rPr lang="en-GB" sz="2400" b="1" dirty="0">
                <a:solidFill>
                  <a:schemeClr val="accent1">
                    <a:lumMod val="50000"/>
                  </a:schemeClr>
                </a:solidFill>
                <a:latin typeface="Times New Roman" panose="02020603050405020304" pitchFamily="18" charset="0"/>
                <a:cs typeface="Times New Roman" panose="02020603050405020304" pitchFamily="18" charset="0"/>
              </a:rPr>
              <a:t>                                     </a:t>
            </a:r>
            <a:r>
              <a:rPr lang="en-GB" sz="2400" b="1" dirty="0">
                <a:solidFill>
                  <a:srgbClr val="C00000"/>
                </a:solidFill>
                <a:latin typeface="Times New Roman" panose="02020603050405020304" pitchFamily="18" charset="0"/>
                <a:cs typeface="Times New Roman" panose="02020603050405020304" pitchFamily="18" charset="0"/>
              </a:rPr>
              <a:t>(Affiliated to Andhra University)</a:t>
            </a:r>
            <a:br>
              <a:rPr lang="en-GB" sz="2400" b="1" dirty="0">
                <a:solidFill>
                  <a:srgbClr val="C00000"/>
                </a:solidFill>
                <a:latin typeface="Times New Roman" panose="02020603050405020304" pitchFamily="18" charset="0"/>
                <a:cs typeface="Times New Roman" panose="02020603050405020304" pitchFamily="18" charset="0"/>
              </a:rPr>
            </a:br>
            <a:r>
              <a:rPr lang="en-GB" sz="2400" b="1" dirty="0">
                <a:solidFill>
                  <a:srgbClr val="C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6" name="Text Box 5"/>
          <p:cNvSpPr txBox="1"/>
          <p:nvPr/>
        </p:nvSpPr>
        <p:spPr>
          <a:xfrm>
            <a:off x="3082925" y="1343025"/>
            <a:ext cx="5783378" cy="523220"/>
          </a:xfrm>
          <a:prstGeom prst="rect">
            <a:avLst/>
          </a:prstGeom>
          <a:noFill/>
        </p:spPr>
        <p:txBody>
          <a:bodyPr wrap="none" rtlCol="0">
            <a:spAutoFit/>
          </a:bodyPr>
          <a:lstStyle/>
          <a:p>
            <a:r>
              <a:rPr lang="en-US" sz="2800" dirty="0">
                <a:latin typeface="Times New Roman" panose="02020603050405020304" pitchFamily="18" charset="0"/>
                <a:cs typeface="Times New Roman" panose="02020603050405020304" pitchFamily="18" charset="0"/>
              </a:rPr>
              <a:t>Department of Computer Applications </a:t>
            </a:r>
          </a:p>
        </p:txBody>
      </p:sp>
      <p:sp>
        <p:nvSpPr>
          <p:cNvPr id="9" name="Title 1"/>
          <p:cNvSpPr>
            <a:spLocks noGrp="1"/>
          </p:cNvSpPr>
          <p:nvPr/>
        </p:nvSpPr>
        <p:spPr>
          <a:xfrm>
            <a:off x="1507490" y="2263775"/>
            <a:ext cx="8719185" cy="2479040"/>
          </a:xfrm>
          <a:prstGeom prst="rect">
            <a:avLst/>
          </a:prstGeom>
          <a:noFill/>
          <a:ln w="9525">
            <a:noFill/>
          </a:ln>
        </p:spPr>
        <p:txBody>
          <a:bodyPr anchor="ctr" anchorCtr="0">
            <a:normAutofit fontScale="92500"/>
          </a:bodyPr>
          <a:lstStyle>
            <a:lvl1pPr algn="ctr"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sz="4800" dirty="0">
                <a:solidFill>
                  <a:schemeClr val="accent5">
                    <a:lumMod val="50000"/>
                  </a:schemeClr>
                </a:solidFill>
                <a:latin typeface="Times New Roman" panose="02020603050405020304" pitchFamily="18" charset="0"/>
                <a:cs typeface="Times New Roman" panose="02020603050405020304" pitchFamily="18" charset="0"/>
              </a:rPr>
              <a:t>MUSIC AND GAME RECOMMENDATIONS</a:t>
            </a:r>
          </a:p>
          <a:p>
            <a:r>
              <a:rPr lang="en-US" sz="4800" dirty="0">
                <a:solidFill>
                  <a:schemeClr val="accent5">
                    <a:lumMod val="50000"/>
                  </a:schemeClr>
                </a:solidFill>
                <a:latin typeface="Times New Roman" panose="02020603050405020304" pitchFamily="18" charset="0"/>
                <a:cs typeface="Times New Roman" panose="02020603050405020304" pitchFamily="18" charset="0"/>
              </a:rPr>
              <a:t>BASED ON EMOTION IN VOICE                          </a:t>
            </a:r>
          </a:p>
        </p:txBody>
      </p:sp>
      <p:sp>
        <p:nvSpPr>
          <p:cNvPr id="10" name="Text Box 9"/>
          <p:cNvSpPr txBox="1"/>
          <p:nvPr/>
        </p:nvSpPr>
        <p:spPr>
          <a:xfrm>
            <a:off x="7460442" y="4812090"/>
            <a:ext cx="4837222" cy="1569660"/>
          </a:xfrm>
          <a:prstGeom prst="rect">
            <a:avLst/>
          </a:prstGeom>
          <a:noFill/>
        </p:spPr>
        <p:txBody>
          <a:bodyPr wrap="none" rtlCol="0">
            <a:spAutoFit/>
          </a:bodyPr>
          <a:lstStyle/>
          <a:p>
            <a:r>
              <a:rPr lang="en-US" sz="24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Under the Guidance of</a:t>
            </a:r>
          </a:p>
          <a:p>
            <a:r>
              <a:rPr lang="en-US" sz="24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Mr. A.V. Prabhakar</a:t>
            </a:r>
          </a:p>
          <a:p>
            <a:r>
              <a:rPr lang="en-US" sz="24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Assistant Professor</a:t>
            </a:r>
          </a:p>
          <a:p>
            <a:r>
              <a:rPr lang="en-US" sz="2400" dirty="0">
                <a:gradFill>
                  <a:gsLst>
                    <a:gs pos="0">
                      <a:srgbClr val="012D86"/>
                    </a:gs>
                    <a:gs pos="100000">
                      <a:srgbClr val="0E2557"/>
                    </a:gs>
                  </a:gsLst>
                  <a:lin scaled="0"/>
                </a:gradFill>
                <a:latin typeface="Times New Roman" panose="02020603050405020304" pitchFamily="18" charset="0"/>
                <a:cs typeface="Times New Roman" panose="02020603050405020304" pitchFamily="18" charset="0"/>
              </a:rPr>
              <a:t>Department of computer Applications</a:t>
            </a:r>
          </a:p>
        </p:txBody>
      </p:sp>
      <p:sp>
        <p:nvSpPr>
          <p:cNvPr id="11" name="Text Box 10"/>
          <p:cNvSpPr txBox="1"/>
          <p:nvPr/>
        </p:nvSpPr>
        <p:spPr>
          <a:xfrm>
            <a:off x="491977" y="4851585"/>
            <a:ext cx="3138990"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By</a:t>
            </a:r>
          </a:p>
          <a:p>
            <a:r>
              <a:rPr lang="en-US" sz="2400" dirty="0">
                <a:latin typeface="Times New Roman" panose="02020603050405020304" pitchFamily="18" charset="0"/>
                <a:cs typeface="Times New Roman" panose="02020603050405020304" pitchFamily="18" charset="0"/>
              </a:rPr>
              <a:t>K. </a:t>
            </a:r>
            <a:r>
              <a:rPr lang="en-US" sz="2400" dirty="0" err="1">
                <a:latin typeface="Times New Roman" panose="02020603050405020304" pitchFamily="18" charset="0"/>
                <a:cs typeface="Times New Roman" panose="02020603050405020304" pitchFamily="18" charset="0"/>
              </a:rPr>
              <a:t>ManojKrishna</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PG222302032(MCA)</a:t>
            </a:r>
          </a:p>
          <a:p>
            <a:endParaRPr lang="en-US"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8465945-7183-4EE3-E8D7-A7501622135B}"/>
              </a:ext>
            </a:extLst>
          </p:cNvPr>
          <p:cNvSpPr>
            <a:spLocks noGrp="1"/>
          </p:cNvSpPr>
          <p:nvPr>
            <p:ph type="sldNum" sz="quarter" idx="12"/>
          </p:nvPr>
        </p:nvSpPr>
        <p:spPr>
          <a:xfrm>
            <a:off x="9214651" y="6381750"/>
            <a:ext cx="2844800" cy="476250"/>
          </a:xfrm>
        </p:spPr>
        <p:txBody>
          <a:bodyPr/>
          <a:lstStyle/>
          <a:p>
            <a:fld id="{6113E31D-E2AB-40D1-8B51-AFA5AFEF393A}" type="slidenum">
              <a:rPr lang="en-US" sz="2400" smtClean="0"/>
              <a:t>1</a:t>
            </a:fld>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70A3-FBCC-F519-5C57-0BBDF8F8F57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706432-301E-0989-61C7-4D6937DA8630}"/>
              </a:ext>
            </a:extLst>
          </p:cNvPr>
          <p:cNvSpPr>
            <a:spLocks noGrp="1"/>
          </p:cNvSpPr>
          <p:nvPr>
            <p:ph idx="1"/>
          </p:nvPr>
        </p:nvSpPr>
        <p:spPr>
          <a:xfrm>
            <a:off x="609600" y="773113"/>
            <a:ext cx="10972800" cy="4953000"/>
          </a:xfrm>
        </p:spPr>
        <p:txBody>
          <a:bodyPr/>
          <a:lstStyle/>
          <a:p>
            <a:r>
              <a:rPr lang="en-US" sz="2800" dirty="0">
                <a:latin typeface="Times New Roman" panose="02020603050405020304" pitchFamily="18" charset="0"/>
                <a:cs typeface="Times New Roman" panose="02020603050405020304" pitchFamily="18" charset="0"/>
              </a:rPr>
              <a:t>Abstract</a:t>
            </a:r>
          </a:p>
          <a:p>
            <a:r>
              <a:rPr lang="en-US" sz="2800" dirty="0">
                <a:latin typeface="Times New Roman" panose="02020603050405020304" pitchFamily="18" charset="0"/>
                <a:cs typeface="Times New Roman" panose="02020603050405020304" pitchFamily="18" charset="0"/>
              </a:rPr>
              <a:t>Existed System</a:t>
            </a:r>
          </a:p>
          <a:p>
            <a:r>
              <a:rPr lang="en-US" sz="2800" dirty="0">
                <a:latin typeface="Times New Roman" panose="02020603050405020304" pitchFamily="18" charset="0"/>
                <a:cs typeface="Times New Roman" panose="02020603050405020304" pitchFamily="18" charset="0"/>
              </a:rPr>
              <a:t>Proposed System</a:t>
            </a:r>
          </a:p>
          <a:p>
            <a:r>
              <a:rPr lang="en-US" sz="2800" dirty="0">
                <a:latin typeface="Times New Roman" panose="02020603050405020304" pitchFamily="18" charset="0"/>
                <a:cs typeface="Times New Roman" panose="02020603050405020304" pitchFamily="18" charset="0"/>
              </a:rPr>
              <a:t>Flow chart</a:t>
            </a:r>
          </a:p>
          <a:p>
            <a:r>
              <a:rPr lang="en-US" sz="2800" dirty="0">
                <a:latin typeface="Times New Roman" panose="02020603050405020304" pitchFamily="18" charset="0"/>
                <a:cs typeface="Times New Roman" panose="02020603050405020304" pitchFamily="18" charset="0"/>
              </a:rPr>
              <a:t>Proposed Methodology</a:t>
            </a:r>
          </a:p>
          <a:p>
            <a:r>
              <a:rPr lang="en-US" sz="2800" dirty="0">
                <a:latin typeface="Times New Roman" panose="02020603050405020304" pitchFamily="18" charset="0"/>
                <a:cs typeface="Times New Roman" panose="02020603050405020304" pitchFamily="18" charset="0"/>
              </a:rPr>
              <a:t>Technology/Algorithm used</a:t>
            </a:r>
          </a:p>
          <a:p>
            <a:r>
              <a:rPr lang="en-US" sz="2800" dirty="0">
                <a:latin typeface="Times New Roman" panose="02020603050405020304" pitchFamily="18" charset="0"/>
                <a:cs typeface="Times New Roman" panose="02020603050405020304" pitchFamily="18" charset="0"/>
              </a:rPr>
              <a:t>Functional Requirements</a:t>
            </a:r>
          </a:p>
          <a:p>
            <a:r>
              <a:rPr lang="en-US" sz="2800" b="0" dirty="0">
                <a:latin typeface="Times New Roman" panose="02020603050405020304" pitchFamily="18" charset="0"/>
                <a:cs typeface="Times New Roman" panose="02020603050405020304" pitchFamily="18" charset="0"/>
              </a:rPr>
              <a:t>Non-Functional Requi</a:t>
            </a:r>
            <a:r>
              <a:rPr lang="en-US" sz="2800" dirty="0">
                <a:latin typeface="Times New Roman" panose="02020603050405020304" pitchFamily="18" charset="0"/>
                <a:cs typeface="Times New Roman" panose="02020603050405020304" pitchFamily="18" charset="0"/>
              </a:rPr>
              <a:t>rements</a:t>
            </a:r>
          </a:p>
          <a:p>
            <a:r>
              <a:rPr lang="en-US" sz="2800" b="0" dirty="0" err="1">
                <a:latin typeface="Times New Roman" panose="02020603050405020304" pitchFamily="18" charset="0"/>
                <a:cs typeface="Times New Roman" panose="02020603050405020304" pitchFamily="18" charset="0"/>
              </a:rPr>
              <a:t>Uml</a:t>
            </a:r>
            <a:r>
              <a:rPr lang="en-US" sz="2800" b="0" dirty="0">
                <a:latin typeface="Times New Roman" panose="02020603050405020304" pitchFamily="18" charset="0"/>
                <a:cs typeface="Times New Roman" panose="02020603050405020304" pitchFamily="18" charset="0"/>
              </a:rPr>
              <a:t> Diagrams</a:t>
            </a:r>
          </a:p>
          <a:p>
            <a:r>
              <a:rPr lang="en-US" sz="2800" dirty="0">
                <a:latin typeface="Times New Roman" panose="02020603050405020304" pitchFamily="18" charset="0"/>
                <a:cs typeface="Times New Roman" panose="02020603050405020304" pitchFamily="18" charset="0"/>
              </a:rPr>
              <a:t>Screens</a:t>
            </a:r>
          </a:p>
          <a:p>
            <a:r>
              <a:rPr lang="en-US" sz="2800" dirty="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5127960-7DB3-64A7-A784-055E156D18F5}"/>
              </a:ext>
            </a:extLst>
          </p:cNvPr>
          <p:cNvSpPr>
            <a:spLocks noGrp="1"/>
          </p:cNvSpPr>
          <p:nvPr>
            <p:ph type="sldNum" sz="quarter" idx="12"/>
          </p:nvPr>
        </p:nvSpPr>
        <p:spPr/>
        <p:txBody>
          <a:bodyPr/>
          <a:lstStyle/>
          <a:p>
            <a:fld id="{6113E31D-E2AB-40D1-8B51-AFA5AFEF393A}" type="slidenum">
              <a:rPr lang="en-US" sz="2400" smtClean="0"/>
              <a:t>2</a:t>
            </a:fld>
            <a:endParaRPr lang="en-US" sz="2400" dirty="0"/>
          </a:p>
        </p:txBody>
      </p:sp>
    </p:spTree>
    <p:extLst>
      <p:ext uri="{BB962C8B-B14F-4D97-AF65-F5344CB8AC3E}">
        <p14:creationId xmlns:p14="http://schemas.microsoft.com/office/powerpoint/2010/main" val="345590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dirty="0">
                <a:latin typeface="Times New Roman" panose="02020603050405020304" pitchFamily="18" charset="0"/>
                <a:cs typeface="Times New Roman" panose="02020603050405020304" pitchFamily="18" charset="0"/>
              </a:rPr>
              <a:t>ABSTRACT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21E9-6E2E-3FA2-8BA2-5F80689BECA6}"/>
              </a:ext>
            </a:extLst>
          </p:cNvPr>
          <p:cNvSpPr txBox="1"/>
          <p:nvPr/>
        </p:nvSpPr>
        <p:spPr>
          <a:xfrm>
            <a:off x="994299" y="1731278"/>
            <a:ext cx="9638190" cy="461305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Emotion plays a crucial role in human communication, significantly impacting our interactions and decision-making processes. This project explores the innovative integration of Speech Emotion Recognition (SER) technology with personalized entertainment recommendations. By analyzing vocal inputs, the system identifies the speaker's emotional state using advanced machine learning algorithms. Once the emotion is detected, the system recommends tailored music playlists and games that align with the user's current mood. This fusion of SER with personalized entertainment aims to enhance user experiences by providing emotionally congruent content, fostering emotional well-being, and potentially offering therapeutic benefits. Our approach leverages a robust dataset for training the SER model and employs collaborative filtering techniques for recommendation, ensuring relevance and personalization. This project not only showcases the potential of emotion-aware technologies but also paves the way for more empathetic and responsive digital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16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dirty="0">
                <a:latin typeface="Times New Roman" panose="02020603050405020304" pitchFamily="18" charset="0"/>
                <a:cs typeface="Times New Roman" panose="02020603050405020304" pitchFamily="18" charset="0"/>
              </a:rPr>
              <a:t>EXISTING SYSTEM:</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21E9-6E2E-3FA2-8BA2-5F80689BECA6}"/>
              </a:ext>
            </a:extLst>
          </p:cNvPr>
          <p:cNvSpPr txBox="1"/>
          <p:nvPr/>
        </p:nvSpPr>
        <p:spPr>
          <a:xfrm>
            <a:off x="975249" y="1413946"/>
            <a:ext cx="9638190" cy="5444054"/>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current system for emotion recognition in voice focuses on accurately identifying emotional states such as happiness, sadness, anger, and calmness by analyzing vocal features like tone, pitch, speed, and intensity. Utilizing advanced AI and ML models trained on comprehensive datasets like CREMA and RAVDESS, this system achieves high precision in emotion detection. However, it does not extend its functionality to recommend personalized content like songs or games based on the detected emotions. This limitation means that while the system effectively recognizes and categorizes emotions, it stops short of leveraging this information to enhance user experiences through tailored content recommendations. Without integrating recommendation capabilities, the system misses the opportunity to create a more interactive and emotionally responsive user interface that could improve user engagement and satisfaction. Consequently, there remains significant potential for future development to bridge this gap and fully harness the power of emotion recognition technology. By incorporating personalized content suggestions, the system could provide a more holistic and dynamic user experience that responds to individual emotional states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057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dirty="0">
                <a:latin typeface="Times New Roman" panose="02020603050405020304" pitchFamily="18" charset="0"/>
                <a:cs typeface="Times New Roman" panose="02020603050405020304" pitchFamily="18" charset="0"/>
              </a:rPr>
              <a:t>PROPOSED SYSTEM</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21E9-6E2E-3FA2-8BA2-5F80689BECA6}"/>
              </a:ext>
            </a:extLst>
          </p:cNvPr>
          <p:cNvSpPr txBox="1"/>
          <p:nvPr/>
        </p:nvSpPr>
        <p:spPr>
          <a:xfrm>
            <a:off x="975249" y="1413946"/>
            <a:ext cx="9638190" cy="5028556"/>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proposed system builds upon the existing emotion recognition capabilities by incorporating personalized content recommendations for songs and games based on the detected emotional states. </a:t>
            </a:r>
          </a:p>
          <a:p>
            <a:pPr algn="just">
              <a:lnSpc>
                <a:spcPct val="150000"/>
              </a:lnSpc>
            </a:pPr>
            <a:r>
              <a:rPr lang="en-US" dirty="0">
                <a:latin typeface="Times New Roman" panose="02020603050405020304" pitchFamily="18" charset="0"/>
                <a:cs typeface="Times New Roman" panose="02020603050405020304" pitchFamily="18" charset="0"/>
              </a:rPr>
              <a:t>▪ Utilizing the same advanced AI and ML models trained on datasets like CREMA and RAVDESS for accurate emotion detection, this enhanced system analyzes vocal features to classify emotions such as happiness, sadness, anger, and calmness.</a:t>
            </a:r>
          </a:p>
          <a:p>
            <a:pPr algn="just">
              <a:lnSpc>
                <a:spcPct val="150000"/>
              </a:lnSpc>
            </a:pPr>
            <a:r>
              <a:rPr lang="en-US" dirty="0">
                <a:latin typeface="Times New Roman" panose="02020603050405020304" pitchFamily="18" charset="0"/>
                <a:cs typeface="Times New Roman" panose="02020603050405020304" pitchFamily="18" charset="0"/>
              </a:rPr>
              <a:t> ▪ Upon identifying a user’s emotional state, the system leverages a recommendation engine to suggest music tracks and games tailored to the user’s current mood.</a:t>
            </a:r>
          </a:p>
          <a:p>
            <a:pPr algn="just">
              <a:lnSpc>
                <a:spcPct val="150000"/>
              </a:lnSpc>
            </a:pPr>
            <a:r>
              <a:rPr lang="en-US" dirty="0">
                <a:latin typeface="Times New Roman" panose="02020603050405020304" pitchFamily="18" charset="0"/>
                <a:cs typeface="Times New Roman" panose="02020603050405020304" pitchFamily="18" charset="0"/>
              </a:rPr>
              <a:t> ▪ For instance, when a happy emotion is detected, the system might recommend upbeat and energetic songs or fast-paced, fun games.</a:t>
            </a:r>
          </a:p>
          <a:p>
            <a:pPr algn="just">
              <a:lnSpc>
                <a:spcPct val="150000"/>
              </a:lnSpc>
            </a:pPr>
            <a:r>
              <a:rPr lang="en-US" dirty="0">
                <a:latin typeface="Times New Roman" panose="02020603050405020304" pitchFamily="18" charset="0"/>
                <a:cs typeface="Times New Roman" panose="02020603050405020304" pitchFamily="18" charset="0"/>
              </a:rPr>
              <a:t> ▪ Conversely, if sadness is identified, the system could suggest comforting and empathetic music or story-driven, immersive games. This integration aims to create a more personalized and engaging user experience by aligning entertainment options with the user’s emotional needs. </a:t>
            </a:r>
          </a:p>
        </p:txBody>
      </p:sp>
    </p:spTree>
    <p:extLst>
      <p:ext uri="{BB962C8B-B14F-4D97-AF65-F5344CB8AC3E}">
        <p14:creationId xmlns:p14="http://schemas.microsoft.com/office/powerpoint/2010/main" val="343551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dirty="0">
                <a:latin typeface="Times New Roman" panose="02020603050405020304" pitchFamily="18" charset="0"/>
                <a:cs typeface="Times New Roman" panose="02020603050405020304" pitchFamily="18" charset="0"/>
              </a:rPr>
              <a:t>Flowchart</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C79542D-5958-73C3-5F6C-CB283ECB7F64}"/>
              </a:ext>
            </a:extLst>
          </p:cNvPr>
          <p:cNvSpPr/>
          <p:nvPr/>
        </p:nvSpPr>
        <p:spPr bwMode="auto">
          <a:xfrm>
            <a:off x="335182" y="1599778"/>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start</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8" name="Rectangle 7">
            <a:extLst>
              <a:ext uri="{FF2B5EF4-FFF2-40B4-BE49-F238E27FC236}">
                <a16:creationId xmlns:a16="http://schemas.microsoft.com/office/drawing/2014/main" id="{D5F26A81-B8AE-450A-B3FA-7DEC2B0D16C1}"/>
              </a:ext>
            </a:extLst>
          </p:cNvPr>
          <p:cNvSpPr/>
          <p:nvPr/>
        </p:nvSpPr>
        <p:spPr bwMode="auto">
          <a:xfrm>
            <a:off x="4517020" y="1599776"/>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User records or upload audio</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Rectangle 9">
            <a:extLst>
              <a:ext uri="{FF2B5EF4-FFF2-40B4-BE49-F238E27FC236}">
                <a16:creationId xmlns:a16="http://schemas.microsoft.com/office/drawing/2014/main" id="{97F2A084-8254-7695-1A0F-022274DC3DEE}"/>
              </a:ext>
            </a:extLst>
          </p:cNvPr>
          <p:cNvSpPr/>
          <p:nvPr/>
        </p:nvSpPr>
        <p:spPr bwMode="auto">
          <a:xfrm>
            <a:off x="8776342" y="1599777"/>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Voice data processi</a:t>
            </a:r>
            <a:r>
              <a:rPr lang="en-US" b="1" dirty="0">
                <a:latin typeface="Times New Roman" panose="02020603050405020304" pitchFamily="18" charset="0"/>
                <a:ea typeface="SimSun" panose="02010600030101010101" pitchFamily="2" charset="-122"/>
                <a:cs typeface="Times New Roman" panose="02020603050405020304" pitchFamily="18" charset="0"/>
              </a:rPr>
              <a:t>ng</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 name="Rectangle 10">
            <a:extLst>
              <a:ext uri="{FF2B5EF4-FFF2-40B4-BE49-F238E27FC236}">
                <a16:creationId xmlns:a16="http://schemas.microsoft.com/office/drawing/2014/main" id="{25658A67-489D-E78F-BB6C-A0901741D7D7}"/>
              </a:ext>
            </a:extLst>
          </p:cNvPr>
          <p:cNvSpPr/>
          <p:nvPr/>
        </p:nvSpPr>
        <p:spPr bwMode="auto">
          <a:xfrm>
            <a:off x="8776342" y="2985062"/>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Emotion prediction model</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2" name="Rectangle 11">
            <a:extLst>
              <a:ext uri="{FF2B5EF4-FFF2-40B4-BE49-F238E27FC236}">
                <a16:creationId xmlns:a16="http://schemas.microsoft.com/office/drawing/2014/main" id="{6A4A3E86-32A1-BE11-25D3-1E5DC248C509}"/>
              </a:ext>
            </a:extLst>
          </p:cNvPr>
          <p:cNvSpPr/>
          <p:nvPr/>
        </p:nvSpPr>
        <p:spPr bwMode="auto">
          <a:xfrm>
            <a:off x="4517020" y="2985061"/>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Emotion detected</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3" name="Rectangle 12">
            <a:extLst>
              <a:ext uri="{FF2B5EF4-FFF2-40B4-BE49-F238E27FC236}">
                <a16:creationId xmlns:a16="http://schemas.microsoft.com/office/drawing/2014/main" id="{2DDEC6A0-F2D4-1C16-D937-F6D6CBFACB73}"/>
              </a:ext>
            </a:extLst>
          </p:cNvPr>
          <p:cNvSpPr/>
          <p:nvPr/>
        </p:nvSpPr>
        <p:spPr bwMode="auto">
          <a:xfrm>
            <a:off x="335182" y="2985063"/>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Check user preferences</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4" name="Rectangle 13">
            <a:extLst>
              <a:ext uri="{FF2B5EF4-FFF2-40B4-BE49-F238E27FC236}">
                <a16:creationId xmlns:a16="http://schemas.microsoft.com/office/drawing/2014/main" id="{5123E8C3-B3DB-186F-36B8-64F533A155F1}"/>
              </a:ext>
            </a:extLst>
          </p:cNvPr>
          <p:cNvSpPr/>
          <p:nvPr/>
        </p:nvSpPr>
        <p:spPr bwMode="auto">
          <a:xfrm>
            <a:off x="335182" y="4399227"/>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preferences</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6" name="Rectangle 15">
            <a:extLst>
              <a:ext uri="{FF2B5EF4-FFF2-40B4-BE49-F238E27FC236}">
                <a16:creationId xmlns:a16="http://schemas.microsoft.com/office/drawing/2014/main" id="{5C99014F-29E8-E0BD-59B0-3242BE37C59C}"/>
              </a:ext>
            </a:extLst>
          </p:cNvPr>
          <p:cNvSpPr/>
          <p:nvPr/>
        </p:nvSpPr>
        <p:spPr bwMode="auto">
          <a:xfrm>
            <a:off x="4517020" y="4370346"/>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Display Recommendations </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 name="Rectangle 16">
            <a:extLst>
              <a:ext uri="{FF2B5EF4-FFF2-40B4-BE49-F238E27FC236}">
                <a16:creationId xmlns:a16="http://schemas.microsoft.com/office/drawing/2014/main" id="{7CC1459C-0072-EDE4-526F-8C3BE5E1C2FC}"/>
              </a:ext>
            </a:extLst>
          </p:cNvPr>
          <p:cNvSpPr/>
          <p:nvPr/>
        </p:nvSpPr>
        <p:spPr bwMode="auto">
          <a:xfrm>
            <a:off x="8776342" y="4318913"/>
            <a:ext cx="3157960" cy="462987"/>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en-US" b="1" dirty="0">
                <a:latin typeface="Times New Roman" panose="02020603050405020304" pitchFamily="18" charset="0"/>
                <a:ea typeface="SimSun" panose="02010600030101010101" pitchFamily="2" charset="-122"/>
                <a:cs typeface="Times New Roman" panose="02020603050405020304" pitchFamily="18" charset="0"/>
              </a:rPr>
              <a:t>End</a:t>
            </a:r>
            <a:endParaRPr kumimoji="0" lang="en-IN" sz="1800" b="1"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8" name="Arrow: Right 17">
            <a:extLst>
              <a:ext uri="{FF2B5EF4-FFF2-40B4-BE49-F238E27FC236}">
                <a16:creationId xmlns:a16="http://schemas.microsoft.com/office/drawing/2014/main" id="{F6A4D6B2-2609-1230-DAF4-DFF6F6167EBA}"/>
              </a:ext>
            </a:extLst>
          </p:cNvPr>
          <p:cNvSpPr/>
          <p:nvPr/>
        </p:nvSpPr>
        <p:spPr bwMode="auto">
          <a:xfrm>
            <a:off x="3751000" y="1756472"/>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4" name="Arrow: Right 3">
            <a:extLst>
              <a:ext uri="{FF2B5EF4-FFF2-40B4-BE49-F238E27FC236}">
                <a16:creationId xmlns:a16="http://schemas.microsoft.com/office/drawing/2014/main" id="{B6A4047D-4C7D-C3B4-9C9D-56AEBC18F26C}"/>
              </a:ext>
            </a:extLst>
          </p:cNvPr>
          <p:cNvSpPr/>
          <p:nvPr/>
        </p:nvSpPr>
        <p:spPr bwMode="auto">
          <a:xfrm>
            <a:off x="7971580" y="1756471"/>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5" name="Arrow: Right 4">
            <a:extLst>
              <a:ext uri="{FF2B5EF4-FFF2-40B4-BE49-F238E27FC236}">
                <a16:creationId xmlns:a16="http://schemas.microsoft.com/office/drawing/2014/main" id="{E50F4030-CF72-D19E-4025-5EA6DA970831}"/>
              </a:ext>
            </a:extLst>
          </p:cNvPr>
          <p:cNvSpPr/>
          <p:nvPr/>
        </p:nvSpPr>
        <p:spPr bwMode="auto">
          <a:xfrm>
            <a:off x="3712259" y="3141757"/>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6" name="Arrow: Right 5">
            <a:extLst>
              <a:ext uri="{FF2B5EF4-FFF2-40B4-BE49-F238E27FC236}">
                <a16:creationId xmlns:a16="http://schemas.microsoft.com/office/drawing/2014/main" id="{7B9FAD72-DA4F-80CC-EAA0-C2B05F26CF2A}"/>
              </a:ext>
            </a:extLst>
          </p:cNvPr>
          <p:cNvSpPr/>
          <p:nvPr/>
        </p:nvSpPr>
        <p:spPr bwMode="auto">
          <a:xfrm>
            <a:off x="7971580" y="3136849"/>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7" name="Arrow: Right 6">
            <a:extLst>
              <a:ext uri="{FF2B5EF4-FFF2-40B4-BE49-F238E27FC236}">
                <a16:creationId xmlns:a16="http://schemas.microsoft.com/office/drawing/2014/main" id="{9496FDC1-7A0C-9A2C-6C05-972B99AC7F3A}"/>
              </a:ext>
            </a:extLst>
          </p:cNvPr>
          <p:cNvSpPr/>
          <p:nvPr/>
        </p:nvSpPr>
        <p:spPr bwMode="auto">
          <a:xfrm>
            <a:off x="3723270" y="4550406"/>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9" name="Arrow: Right 8">
            <a:extLst>
              <a:ext uri="{FF2B5EF4-FFF2-40B4-BE49-F238E27FC236}">
                <a16:creationId xmlns:a16="http://schemas.microsoft.com/office/drawing/2014/main" id="{B2ED75E3-C260-0765-B44A-4294AC5DF79D}"/>
              </a:ext>
            </a:extLst>
          </p:cNvPr>
          <p:cNvSpPr/>
          <p:nvPr/>
        </p:nvSpPr>
        <p:spPr bwMode="auto">
          <a:xfrm>
            <a:off x="7971580" y="4475609"/>
            <a:ext cx="508161" cy="149593"/>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5" name="Arrow: Down 14">
            <a:extLst>
              <a:ext uri="{FF2B5EF4-FFF2-40B4-BE49-F238E27FC236}">
                <a16:creationId xmlns:a16="http://schemas.microsoft.com/office/drawing/2014/main" id="{ADB6DA89-8BF7-552D-E23A-2749660F128C}"/>
              </a:ext>
            </a:extLst>
          </p:cNvPr>
          <p:cNvSpPr/>
          <p:nvPr/>
        </p:nvSpPr>
        <p:spPr bwMode="auto">
          <a:xfrm>
            <a:off x="10073351" y="2240251"/>
            <a:ext cx="208344" cy="618759"/>
          </a:xfrm>
          <a:prstGeom prst="down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
        <p:nvSpPr>
          <p:cNvPr id="19" name="Arrow: Down 18">
            <a:extLst>
              <a:ext uri="{FF2B5EF4-FFF2-40B4-BE49-F238E27FC236}">
                <a16:creationId xmlns:a16="http://schemas.microsoft.com/office/drawing/2014/main" id="{F8DEFDA0-1D1F-AB44-EE45-E761869D4B5A}"/>
              </a:ext>
            </a:extLst>
          </p:cNvPr>
          <p:cNvSpPr/>
          <p:nvPr/>
        </p:nvSpPr>
        <p:spPr bwMode="auto">
          <a:xfrm>
            <a:off x="1809990" y="3680752"/>
            <a:ext cx="208344" cy="618759"/>
          </a:xfrm>
          <a:prstGeom prst="down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0" i="0" u="none" strike="noStrike" cap="none" normalizeH="0" baseline="0">
              <a:ln>
                <a:noFill/>
              </a:ln>
              <a:solidFill>
                <a:schemeClr val="tx1"/>
              </a:solidFill>
              <a:effectLst/>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898704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b="1" dirty="0">
                <a:latin typeface="Times New Roman" panose="02020603050405020304" pitchFamily="18" charset="0"/>
                <a:cs typeface="Times New Roman" panose="02020603050405020304" pitchFamily="18" charset="0"/>
              </a:rPr>
              <a:t>Technology / algorithm used</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E299BFD-EBB9-3409-59CD-C5F3981D04B3}"/>
                  </a:ext>
                </a:extLst>
              </p14:cNvPr>
              <p14:cNvContentPartPr/>
              <p14:nvPr/>
            </p14:nvContentPartPr>
            <p14:xfrm>
              <a:off x="-1339858" y="788139"/>
              <a:ext cx="360" cy="360"/>
            </p14:xfrm>
          </p:contentPart>
        </mc:Choice>
        <mc:Fallback xmlns="">
          <p:pic>
            <p:nvPicPr>
              <p:cNvPr id="3" name="Ink 2">
                <a:extLst>
                  <a:ext uri="{FF2B5EF4-FFF2-40B4-BE49-F238E27FC236}">
                    <a16:creationId xmlns:a16="http://schemas.microsoft.com/office/drawing/2014/main" id="{0E299BFD-EBB9-3409-59CD-C5F3981D04B3}"/>
                  </a:ext>
                </a:extLst>
              </p:cNvPr>
              <p:cNvPicPr/>
              <p:nvPr/>
            </p:nvPicPr>
            <p:blipFill>
              <a:blip r:embed="rId4"/>
              <a:stretch>
                <a:fillRect/>
              </a:stretch>
            </p:blipFill>
            <p:spPr>
              <a:xfrm>
                <a:off x="-1429858" y="6084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45B5D79-6247-309E-2218-82B12DB055B4}"/>
                  </a:ext>
                </a:extLst>
              </p14:cNvPr>
              <p14:cNvContentPartPr/>
              <p14:nvPr/>
            </p14:nvContentPartPr>
            <p14:xfrm>
              <a:off x="-1339858" y="788139"/>
              <a:ext cx="360" cy="360"/>
            </p14:xfrm>
          </p:contentPart>
        </mc:Choice>
        <mc:Fallback xmlns="">
          <p:pic>
            <p:nvPicPr>
              <p:cNvPr id="4" name="Ink 3">
                <a:extLst>
                  <a:ext uri="{FF2B5EF4-FFF2-40B4-BE49-F238E27FC236}">
                    <a16:creationId xmlns:a16="http://schemas.microsoft.com/office/drawing/2014/main" id="{745B5D79-6247-309E-2218-82B12DB055B4}"/>
                  </a:ext>
                </a:extLst>
              </p:cNvPr>
              <p:cNvPicPr/>
              <p:nvPr/>
            </p:nvPicPr>
            <p:blipFill>
              <a:blip r:embed="rId6"/>
              <a:stretch>
                <a:fillRect/>
              </a:stretch>
            </p:blipFill>
            <p:spPr>
              <a:xfrm>
                <a:off x="-1429858" y="608499"/>
                <a:ext cx="180000" cy="360000"/>
              </a:xfrm>
              <a:prstGeom prst="rect">
                <a:avLst/>
              </a:prstGeom>
            </p:spPr>
          </p:pic>
        </mc:Fallback>
      </mc:AlternateContent>
      <p:sp>
        <p:nvSpPr>
          <p:cNvPr id="12" name="TextBox 11">
            <a:extLst>
              <a:ext uri="{FF2B5EF4-FFF2-40B4-BE49-F238E27FC236}">
                <a16:creationId xmlns:a16="http://schemas.microsoft.com/office/drawing/2014/main" id="{17460BCA-07EB-5DEF-3D42-CCDB93660C05}"/>
              </a:ext>
            </a:extLst>
          </p:cNvPr>
          <p:cNvSpPr txBox="1"/>
          <p:nvPr/>
        </p:nvSpPr>
        <p:spPr>
          <a:xfrm>
            <a:off x="1085849" y="1887141"/>
            <a:ext cx="9286875"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Object Detection and Recognition: CNNs are utilized to detect and localize various attributes of audio such as amplitude, size, pitch, and defects. This includes identifying features like bruises, discolorations, or irregularities in the fruit's surface.</a:t>
            </a:r>
          </a:p>
          <a:p>
            <a:r>
              <a:rPr lang="en-IN" sz="2400" dirty="0">
                <a:latin typeface="Times New Roman" panose="02020603050405020304" pitchFamily="18" charset="0"/>
                <a:cs typeface="Times New Roman" panose="02020603050405020304" pitchFamily="18" charset="0"/>
              </a:rPr>
              <a:t>Scene Understanding: CNNs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overall scene including lighting conditions, background clutter, and other environmental factors that may affect the appearance of the audio. This helps in determining the context in which the audio is situated and aids in making accurate quality assessments.</a:t>
            </a:r>
          </a:p>
          <a:p>
            <a:r>
              <a:rPr lang="en-IN" sz="2400" dirty="0">
                <a:latin typeface="Times New Roman" panose="02020603050405020304" pitchFamily="18" charset="0"/>
                <a:cs typeface="Times New Roman" panose="02020603050405020304" pitchFamily="18" charset="0"/>
              </a:rPr>
              <a:t>Audio Segmentation: CNNs segment fruit images into different regions such as audio, damaged areas, and background. This detailed segmentation provides valuable insights into the condition of the audio and assists in quality grading.</a:t>
            </a:r>
          </a:p>
        </p:txBody>
      </p:sp>
    </p:spTree>
    <p:extLst>
      <p:ext uri="{BB962C8B-B14F-4D97-AF65-F5344CB8AC3E}">
        <p14:creationId xmlns:p14="http://schemas.microsoft.com/office/powerpoint/2010/main" val="639794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b="1" dirty="0">
                <a:latin typeface="Times New Roman" panose="02020603050405020304" pitchFamily="18" charset="0"/>
                <a:cs typeface="Times New Roman" panose="02020603050405020304" pitchFamily="18" charset="0"/>
              </a:rPr>
              <a:t>Functional </a:t>
            </a:r>
            <a:r>
              <a:rPr lang="en-US" b="1" dirty="0" err="1">
                <a:latin typeface="Times New Roman" panose="02020603050405020304" pitchFamily="18" charset="0"/>
                <a:cs typeface="Times New Roman" panose="02020603050405020304" pitchFamily="18" charset="0"/>
              </a:rPr>
              <a:t>ReqUIrements</a:t>
            </a:r>
            <a:endParaRPr lang="en-US"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1AFBEB7-A9AF-468F-820B-D9077A7D0BA1}"/>
              </a:ext>
            </a:extLst>
          </p:cNvPr>
          <p:cNvSpPr>
            <a:spLocks noGrp="1"/>
          </p:cNvSpPr>
          <p:nvPr>
            <p:ph type="body" sz="quarter" idx="13"/>
          </p:nvPr>
        </p:nvSpPr>
        <p:spPr>
          <a:xfrm>
            <a:off x="1205209" y="1675940"/>
            <a:ext cx="4626764" cy="422365"/>
          </a:xfrm>
        </p:spPr>
        <p:txBody>
          <a:bodyPr>
            <a:normAutofit/>
          </a:bodyPr>
          <a:lstStyle/>
          <a:p>
            <a:r>
              <a:rPr lang="en-US" b="1" u="sng" dirty="0">
                <a:solidFill>
                  <a:schemeClr val="tx1"/>
                </a:solidFill>
                <a:latin typeface="Times New Roman" panose="02020603050405020304" pitchFamily="18" charset="0"/>
                <a:cs typeface="Times New Roman" panose="02020603050405020304" pitchFamily="18" charset="0"/>
              </a:rPr>
              <a:t>INPUT</a:t>
            </a:r>
          </a:p>
        </p:txBody>
      </p:sp>
      <p:sp>
        <p:nvSpPr>
          <p:cNvPr id="24" name="Text Placeholder 23">
            <a:extLst>
              <a:ext uri="{FF2B5EF4-FFF2-40B4-BE49-F238E27FC236}">
                <a16:creationId xmlns:a16="http://schemas.microsoft.com/office/drawing/2014/main" id="{B127C79B-F024-434C-825D-15CEE80923F4}"/>
              </a:ext>
            </a:extLst>
          </p:cNvPr>
          <p:cNvSpPr>
            <a:spLocks noGrp="1"/>
          </p:cNvSpPr>
          <p:nvPr>
            <p:ph type="body" sz="quarter" idx="16"/>
          </p:nvPr>
        </p:nvSpPr>
        <p:spPr>
          <a:xfrm>
            <a:off x="1326714" y="2398155"/>
            <a:ext cx="4626293" cy="3798185"/>
          </a:xfrm>
        </p:spPr>
        <p:txBody>
          <a:bodyPr/>
          <a:lstStyle/>
          <a:p>
            <a:r>
              <a:rPr lang="en-US" sz="1800" b="1" dirty="0">
                <a:latin typeface="Times New Roman" panose="02020603050405020304" pitchFamily="18" charset="0"/>
                <a:cs typeface="Times New Roman" panose="02020603050405020304" pitchFamily="18" charset="0"/>
              </a:rPr>
              <a:t>Admin: </a:t>
            </a:r>
          </a:p>
          <a:p>
            <a:r>
              <a:rPr lang="en-US" sz="1800" dirty="0">
                <a:latin typeface="Times New Roman" panose="02020603050405020304" pitchFamily="18" charset="0"/>
                <a:cs typeface="Times New Roman" panose="02020603050405020304" pitchFamily="18" charset="0"/>
              </a:rPr>
              <a:t>Validate User Login Credentials ,Take Audio Input. </a:t>
            </a:r>
          </a:p>
          <a:p>
            <a:r>
              <a:rPr lang="en-US" sz="1800" b="1" dirty="0">
                <a:latin typeface="Times New Roman" panose="02020603050405020304" pitchFamily="18" charset="0"/>
                <a:cs typeface="Times New Roman" panose="02020603050405020304" pitchFamily="18" charset="0"/>
              </a:rPr>
              <a:t>USER:</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Login Credentials, Audio.</a:t>
            </a:r>
          </a:p>
        </p:txBody>
      </p:sp>
      <p:sp>
        <p:nvSpPr>
          <p:cNvPr id="23" name="Text Placeholder 22">
            <a:extLst>
              <a:ext uri="{FF2B5EF4-FFF2-40B4-BE49-F238E27FC236}">
                <a16:creationId xmlns:a16="http://schemas.microsoft.com/office/drawing/2014/main" id="{0E769AD8-E32B-4302-A770-0424AC0A2A3A}"/>
              </a:ext>
            </a:extLst>
          </p:cNvPr>
          <p:cNvSpPr>
            <a:spLocks noGrp="1"/>
          </p:cNvSpPr>
          <p:nvPr>
            <p:ph type="body" sz="quarter" idx="15"/>
          </p:nvPr>
        </p:nvSpPr>
        <p:spPr>
          <a:xfrm>
            <a:off x="6315142" y="1675941"/>
            <a:ext cx="4626763" cy="422365"/>
          </a:xfrm>
        </p:spPr>
        <p:txBody>
          <a:bodyPr>
            <a:normAutofit/>
          </a:bodyPr>
          <a:lstStyle/>
          <a:p>
            <a:r>
              <a:rPr lang="en-US" b="1" u="sng" dirty="0">
                <a:solidFill>
                  <a:schemeClr val="tx1"/>
                </a:solidFill>
                <a:latin typeface="Times New Roman" panose="02020603050405020304" pitchFamily="18" charset="0"/>
                <a:cs typeface="Times New Roman" panose="02020603050405020304" pitchFamily="18" charset="0"/>
              </a:rPr>
              <a:t>OUTPUT</a:t>
            </a:r>
          </a:p>
        </p:txBody>
      </p:sp>
      <p:sp>
        <p:nvSpPr>
          <p:cNvPr id="25" name="Text Placeholder 24">
            <a:extLst>
              <a:ext uri="{FF2B5EF4-FFF2-40B4-BE49-F238E27FC236}">
                <a16:creationId xmlns:a16="http://schemas.microsoft.com/office/drawing/2014/main" id="{1F231637-753A-4454-98CA-FD968C0D940C}"/>
              </a:ext>
            </a:extLst>
          </p:cNvPr>
          <p:cNvSpPr>
            <a:spLocks noGrp="1"/>
          </p:cNvSpPr>
          <p:nvPr>
            <p:ph type="body" sz="quarter" idx="17"/>
          </p:nvPr>
        </p:nvSpPr>
        <p:spPr>
          <a:xfrm>
            <a:off x="6238995" y="2398155"/>
            <a:ext cx="4176022" cy="3865543"/>
          </a:xfrm>
        </p:spPr>
        <p:txBody>
          <a:bodyPr/>
          <a:lstStyle/>
          <a:p>
            <a:r>
              <a:rPr lang="en-US" sz="1800" b="1" dirty="0">
                <a:latin typeface="Times New Roman" panose="02020603050405020304" pitchFamily="18" charset="0"/>
                <a:cs typeface="Times New Roman" panose="02020603050405020304" pitchFamily="18" charset="0"/>
              </a:rPr>
              <a:t>Admin: </a:t>
            </a:r>
          </a:p>
          <a:p>
            <a:r>
              <a:rPr lang="en-US" sz="1800" dirty="0">
                <a:latin typeface="Times New Roman" panose="02020603050405020304" pitchFamily="18" charset="0"/>
                <a:cs typeface="Times New Roman" panose="02020603050405020304" pitchFamily="18" charset="0"/>
              </a:rPr>
              <a:t>Detect their Emotion and Recommend Music Playlist and also Games</a:t>
            </a:r>
          </a:p>
          <a:p>
            <a:r>
              <a:rPr lang="en-US" sz="1800" b="1" dirty="0">
                <a:latin typeface="Times New Roman" panose="02020603050405020304" pitchFamily="18" charset="0"/>
                <a:cs typeface="Times New Roman" panose="02020603050405020304" pitchFamily="18" charset="0"/>
              </a:rPr>
              <a:t>USER:  </a:t>
            </a:r>
          </a:p>
          <a:p>
            <a:r>
              <a:rPr lang="en-US" sz="1800" dirty="0">
                <a:latin typeface="Times New Roman" panose="02020603050405020304" pitchFamily="18" charset="0"/>
                <a:cs typeface="Times New Roman" panose="02020603050405020304" pitchFamily="18" charset="0"/>
              </a:rPr>
              <a:t>Detect their Emotion and Play Song , games.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E299BFD-EBB9-3409-59CD-C5F3981D04B3}"/>
                  </a:ext>
                </a:extLst>
              </p14:cNvPr>
              <p14:cNvContentPartPr/>
              <p14:nvPr/>
            </p14:nvContentPartPr>
            <p14:xfrm>
              <a:off x="-1339858" y="788139"/>
              <a:ext cx="360" cy="360"/>
            </p14:xfrm>
          </p:contentPart>
        </mc:Choice>
        <mc:Fallback xmlns="">
          <p:pic>
            <p:nvPicPr>
              <p:cNvPr id="3" name="Ink 2">
                <a:extLst>
                  <a:ext uri="{FF2B5EF4-FFF2-40B4-BE49-F238E27FC236}">
                    <a16:creationId xmlns:a16="http://schemas.microsoft.com/office/drawing/2014/main" id="{0E299BFD-EBB9-3409-59CD-C5F3981D04B3}"/>
                  </a:ext>
                </a:extLst>
              </p:cNvPr>
              <p:cNvPicPr/>
              <p:nvPr/>
            </p:nvPicPr>
            <p:blipFill>
              <a:blip r:embed="rId4"/>
              <a:stretch>
                <a:fillRect/>
              </a:stretch>
            </p:blipFill>
            <p:spPr>
              <a:xfrm>
                <a:off x="-1429858" y="6084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45B5D79-6247-309E-2218-82B12DB055B4}"/>
                  </a:ext>
                </a:extLst>
              </p14:cNvPr>
              <p14:cNvContentPartPr/>
              <p14:nvPr/>
            </p14:nvContentPartPr>
            <p14:xfrm>
              <a:off x="-1339858" y="788139"/>
              <a:ext cx="360" cy="360"/>
            </p14:xfrm>
          </p:contentPart>
        </mc:Choice>
        <mc:Fallback xmlns="">
          <p:pic>
            <p:nvPicPr>
              <p:cNvPr id="4" name="Ink 3">
                <a:extLst>
                  <a:ext uri="{FF2B5EF4-FFF2-40B4-BE49-F238E27FC236}">
                    <a16:creationId xmlns:a16="http://schemas.microsoft.com/office/drawing/2014/main" id="{745B5D79-6247-309E-2218-82B12DB055B4}"/>
                  </a:ext>
                </a:extLst>
              </p:cNvPr>
              <p:cNvPicPr/>
              <p:nvPr/>
            </p:nvPicPr>
            <p:blipFill>
              <a:blip r:embed="rId6"/>
              <a:stretch>
                <a:fillRect/>
              </a:stretch>
            </p:blipFill>
            <p:spPr>
              <a:xfrm>
                <a:off x="-1429858" y="608499"/>
                <a:ext cx="180000" cy="360000"/>
              </a:xfrm>
              <a:prstGeom prst="rect">
                <a:avLst/>
              </a:prstGeom>
            </p:spPr>
          </p:pic>
        </mc:Fallback>
      </mc:AlternateContent>
    </p:spTree>
    <p:extLst>
      <p:ext uri="{BB962C8B-B14F-4D97-AF65-F5344CB8AC3E}">
        <p14:creationId xmlns:p14="http://schemas.microsoft.com/office/powerpoint/2010/main" val="376439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NON-Functional </a:t>
            </a:r>
            <a:r>
              <a:rPr lang="en-US" b="1" dirty="0" err="1">
                <a:solidFill>
                  <a:schemeClr val="tx1"/>
                </a:solidFill>
                <a:latin typeface="Times New Roman" panose="02020603050405020304" pitchFamily="18" charset="0"/>
                <a:cs typeface="Times New Roman" panose="02020603050405020304" pitchFamily="18" charset="0"/>
              </a:rPr>
              <a:t>ReqUIrements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C6F104E-E99B-78A0-A462-D162316A1CD4}"/>
              </a:ext>
            </a:extLst>
          </p:cNvPr>
          <p:cNvSpPr txBox="1"/>
          <p:nvPr/>
        </p:nvSpPr>
        <p:spPr>
          <a:xfrm>
            <a:off x="838200" y="1376093"/>
            <a:ext cx="9977377" cy="4301434"/>
          </a:xfrm>
          <a:prstGeom prst="rect">
            <a:avLst/>
          </a:prstGeom>
          <a:noFill/>
        </p:spPr>
        <p:txBody>
          <a:bodyPr wrap="square">
            <a:spAutoFit/>
          </a:bodyPr>
          <a:lstStyle/>
          <a:p>
            <a:pPr algn="l">
              <a:lnSpc>
                <a:spcPct val="150000"/>
              </a:lnSpc>
            </a:pPr>
            <a:endParaRPr lang="en-US" b="1" dirty="0">
              <a:latin typeface="Times New Roman" panose="02020603050405020304" pitchFamily="18" charset="0"/>
              <a:cs typeface="Times New Roman" panose="02020603050405020304" pitchFamily="18" charset="0"/>
            </a:endParaRPr>
          </a:p>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 </a:t>
            </a:r>
            <a:r>
              <a:rPr lang="en-US" dirty="0">
                <a:latin typeface="Times New Roman" panose="02020603050405020304" pitchFamily="18" charset="0"/>
                <a:cs typeface="Times New Roman" panose="02020603050405020304" pitchFamily="18" charset="0"/>
              </a:rPr>
              <a:t>The system must process vocal expressions and provide music </a:t>
            </a:r>
            <a:r>
              <a:rPr lang="en-US" dirty="0" err="1">
                <a:latin typeface="Times New Roman" panose="02020603050405020304" pitchFamily="18" charset="0"/>
                <a:cs typeface="Times New Roman" panose="02020603050405020304" pitchFamily="18" charset="0"/>
              </a:rPr>
              <a:t>recommendationsand</a:t>
            </a:r>
            <a:r>
              <a:rPr lang="en-US" dirty="0">
                <a:latin typeface="Times New Roman" panose="02020603050405020304" pitchFamily="18" charset="0"/>
                <a:cs typeface="Times New Roman" panose="02020603050405020304" pitchFamily="18" charset="0"/>
              </a:rPr>
              <a:t> games instantly. Ensure minimal delay in capturing, analyzing expressions, and suggesting music, games.</a:t>
            </a:r>
          </a:p>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Scalability:</a:t>
            </a:r>
            <a:r>
              <a:rPr lang="en-US" dirty="0">
                <a:latin typeface="Times New Roman" panose="02020603050405020304" pitchFamily="18" charset="0"/>
                <a:cs typeface="Times New Roman" panose="02020603050405020304" pitchFamily="18" charset="0"/>
              </a:rPr>
              <a:t> The system should be able to support a growing number of users without performance degradation. Ability to scale resources up or down based on demand.</a:t>
            </a:r>
          </a:p>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 </a:t>
            </a:r>
            <a:r>
              <a:rPr lang="en-US" dirty="0">
                <a:latin typeface="Times New Roman" panose="02020603050405020304" pitchFamily="18" charset="0"/>
                <a:cs typeface="Times New Roman" panose="02020603050405020304" pitchFamily="18" charset="0"/>
              </a:rPr>
              <a:t>The system should function correctly under various conditions. Ability to recover from failures without affecting user experience.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534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NON-Functional </a:t>
            </a:r>
            <a:r>
              <a:rPr lang="en-US" b="1" dirty="0" err="1">
                <a:solidFill>
                  <a:schemeClr val="tx1"/>
                </a:solidFill>
                <a:latin typeface="Times New Roman" panose="02020603050405020304" pitchFamily="18" charset="0"/>
                <a:cs typeface="Times New Roman" panose="02020603050405020304" pitchFamily="18" charset="0"/>
              </a:rPr>
              <a:t>ReqUIrements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C6F104E-E99B-78A0-A462-D162316A1CD4}"/>
              </a:ext>
            </a:extLst>
          </p:cNvPr>
          <p:cNvSpPr txBox="1"/>
          <p:nvPr/>
        </p:nvSpPr>
        <p:spPr>
          <a:xfrm>
            <a:off x="1047750" y="1975191"/>
            <a:ext cx="9948199" cy="3331938"/>
          </a:xfrm>
          <a:prstGeom prst="rect">
            <a:avLst/>
          </a:prstGeom>
          <a:noFill/>
        </p:spPr>
        <p:txBody>
          <a:bodyPr wrap="square">
            <a:spAutoFit/>
          </a:bodyPr>
          <a:lstStyle/>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Security:</a:t>
            </a:r>
            <a:r>
              <a:rPr lang="en-US" dirty="0">
                <a:latin typeface="Times New Roman" panose="02020603050405020304" pitchFamily="18" charset="0"/>
                <a:cs typeface="Times New Roman" panose="02020603050405020304" pitchFamily="18" charset="0"/>
              </a:rPr>
              <a:t> Protect users’ vocal data and personal information. Ensure secure data transmission between user devices and servers. Implement robust user authentication and access controls.</a:t>
            </a:r>
          </a:p>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Availability: </a:t>
            </a:r>
            <a:r>
              <a:rPr lang="en-US" dirty="0">
                <a:latin typeface="Times New Roman" panose="02020603050405020304" pitchFamily="18" charset="0"/>
                <a:cs typeface="Times New Roman" panose="02020603050405020304" pitchFamily="18" charset="0"/>
              </a:rPr>
              <a:t>The system should be accessible and operational almost all the time. Have plans in place for recovering from catastrophic failures.</a:t>
            </a:r>
          </a:p>
          <a:p>
            <a:pPr marL="285750" indent="-285750" algn="l">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Usability: </a:t>
            </a:r>
            <a:r>
              <a:rPr lang="en-US" dirty="0">
                <a:latin typeface="Times New Roman" panose="02020603050405020304" pitchFamily="18" charset="0"/>
                <a:cs typeface="Times New Roman" panose="02020603050405020304" pitchFamily="18" charset="0"/>
              </a:rPr>
              <a:t>The application should be easy to navigate and intuitive to use. Ensure the system is accessible to users with disabilities.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763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NON-Functional </a:t>
            </a:r>
            <a:r>
              <a:rPr lang="en-US" b="1" dirty="0" err="1">
                <a:solidFill>
                  <a:schemeClr val="tx1"/>
                </a:solidFill>
                <a:latin typeface="Times New Roman" panose="02020603050405020304" pitchFamily="18" charset="0"/>
                <a:cs typeface="Times New Roman" panose="02020603050405020304" pitchFamily="18" charset="0"/>
              </a:rPr>
              <a:t>ReqUIrements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21E9-6E2E-3FA2-8BA2-5F80689BECA6}"/>
              </a:ext>
            </a:extLst>
          </p:cNvPr>
          <p:cNvSpPr txBox="1"/>
          <p:nvPr/>
        </p:nvSpPr>
        <p:spPr>
          <a:xfrm>
            <a:off x="1689716" y="1776512"/>
            <a:ext cx="6096000" cy="4572149"/>
          </a:xfrm>
          <a:prstGeom prst="rect">
            <a:avLst/>
          </a:prstGeom>
          <a:noFill/>
        </p:spPr>
        <p:txBody>
          <a:bodyPr wrap="square">
            <a:spAutoFit/>
          </a:bodyPr>
          <a:lstStyle/>
          <a:p>
            <a:pPr marL="0" indent="0" algn="just">
              <a:lnSpc>
                <a:spcPct val="200000"/>
              </a:lnSpc>
              <a:buNone/>
            </a:pPr>
            <a:r>
              <a:rPr lang="en-US" sz="2000" b="1" u="sng" dirty="0">
                <a:latin typeface="Times New Roman" panose="02020603050405020304" pitchFamily="18" charset="0"/>
                <a:cs typeface="Times New Roman" panose="02020603050405020304" pitchFamily="18" charset="0"/>
              </a:rPr>
              <a:t>Software Requirements:</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Operating System</a:t>
            </a:r>
            <a:r>
              <a:rPr lang="en-US" sz="1600" dirty="0">
                <a:latin typeface="Times New Roman" panose="02020603050405020304" pitchFamily="18" charset="0"/>
                <a:cs typeface="Times New Roman" panose="02020603050405020304" pitchFamily="18" charset="0"/>
              </a:rPr>
              <a:t>             : Microsoft Windows Version 11</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Web Browser                    </a:t>
            </a:r>
            <a:r>
              <a:rPr lang="en-US" sz="1600" dirty="0">
                <a:latin typeface="Times New Roman" panose="02020603050405020304" pitchFamily="18" charset="0"/>
                <a:cs typeface="Times New Roman" panose="02020603050405020304" pitchFamily="18" charset="0"/>
              </a:rPr>
              <a:t>: Any browser of latest version</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Frontend/GUI tool            </a:t>
            </a:r>
            <a:r>
              <a:rPr lang="en-US" sz="1600" dirty="0">
                <a:latin typeface="Times New Roman" panose="02020603050405020304" pitchFamily="18" charset="0"/>
                <a:cs typeface="Times New Roman" panose="02020603050405020304" pitchFamily="18" charset="0"/>
              </a:rPr>
              <a:t>:</a:t>
            </a:r>
            <a:r>
              <a:rPr lang="en-US" sz="1600" b="0" i="0" dirty="0">
                <a:solidFill>
                  <a:srgbClr val="0D0D0D"/>
                </a:solidFill>
                <a:effectLst/>
                <a:highlight>
                  <a:srgbClr val="FFFFFF"/>
                </a:highlight>
                <a:latin typeface="Söhne"/>
              </a:rPr>
              <a:t> HTML/CSS/JavaScript.</a:t>
            </a:r>
            <a:endParaRPr lang="en-US" sz="1600" dirty="0">
              <a:latin typeface="Times New Roman" panose="02020603050405020304" pitchFamily="18" charset="0"/>
              <a:cs typeface="Times New Roman" panose="02020603050405020304" pitchFamily="18" charset="0"/>
            </a:endParaRP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Programming language   </a:t>
            </a:r>
            <a:r>
              <a:rPr lang="en-US" sz="1600" dirty="0">
                <a:latin typeface="Times New Roman" panose="02020603050405020304" pitchFamily="18" charset="0"/>
                <a:cs typeface="Times New Roman" panose="02020603050405020304" pitchFamily="18" charset="0"/>
              </a:rPr>
              <a:t>: Python</a:t>
            </a:r>
          </a:p>
          <a:p>
            <a:pPr marL="0" indent="0" algn="just">
              <a:lnSpc>
                <a:spcPct val="200000"/>
              </a:lnSpc>
              <a:buNone/>
            </a:pPr>
            <a:r>
              <a:rPr lang="en-US" sz="1600" b="1" u="sng" dirty="0">
                <a:latin typeface="Times New Roman" panose="02020603050405020304" pitchFamily="18" charset="0"/>
                <a:cs typeface="Times New Roman" panose="02020603050405020304" pitchFamily="18" charset="0"/>
              </a:rPr>
              <a:t>Hardware Requirements:</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Processor</a:t>
            </a:r>
            <a:r>
              <a:rPr lang="en-US" sz="1600" dirty="0">
                <a:latin typeface="Times New Roman" panose="02020603050405020304" pitchFamily="18" charset="0"/>
                <a:cs typeface="Times New Roman" panose="02020603050405020304" pitchFamily="18" charset="0"/>
              </a:rPr>
              <a:t>                           :Intel i3 &amp; above</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RAM  </a:t>
            </a:r>
            <a:r>
              <a:rPr lang="en-US" sz="1600" dirty="0">
                <a:latin typeface="Times New Roman" panose="02020603050405020304" pitchFamily="18" charset="0"/>
                <a:cs typeface="Times New Roman" panose="02020603050405020304" pitchFamily="18" charset="0"/>
              </a:rPr>
              <a:t>                                :2 GB</a:t>
            </a:r>
          </a:p>
          <a:p>
            <a:pPr marL="0" indent="0" algn="just">
              <a:lnSpc>
                <a:spcPct val="200000"/>
              </a:lnSpc>
              <a:buNone/>
            </a:pPr>
            <a:r>
              <a:rPr lang="en-US" sz="1600" b="1" dirty="0">
                <a:latin typeface="Times New Roman" panose="02020603050405020304" pitchFamily="18" charset="0"/>
                <a:cs typeface="Times New Roman" panose="02020603050405020304" pitchFamily="18" charset="0"/>
              </a:rPr>
              <a:t>Hard Disk                          </a:t>
            </a:r>
            <a:r>
              <a:rPr lang="en-US" sz="1600" dirty="0">
                <a:latin typeface="Times New Roman" panose="02020603050405020304" pitchFamily="18" charset="0"/>
                <a:cs typeface="Times New Roman" panose="02020603050405020304" pitchFamily="18" charset="0"/>
              </a:rPr>
              <a:t>:512 GB</a:t>
            </a:r>
            <a:endParaRPr lang="en-US" sz="1600" dirty="0"/>
          </a:p>
        </p:txBody>
      </p:sp>
    </p:spTree>
    <p:extLst>
      <p:ext uri="{BB962C8B-B14F-4D97-AF65-F5344CB8AC3E}">
        <p14:creationId xmlns:p14="http://schemas.microsoft.com/office/powerpoint/2010/main" val="2548779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67063" y="558709"/>
            <a:ext cx="5092765"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USE CASE DIAGRAM</a:t>
            </a:r>
          </a:p>
        </p:txBody>
      </p:sp>
      <p:pic>
        <p:nvPicPr>
          <p:cNvPr id="3" name="Picture 2">
            <a:extLst>
              <a:ext uri="{FF2B5EF4-FFF2-40B4-BE49-F238E27FC236}">
                <a16:creationId xmlns:a16="http://schemas.microsoft.com/office/drawing/2014/main" id="{04A9B63A-C8EA-E16D-054B-A3B79F937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4477" y="417816"/>
            <a:ext cx="5669771" cy="6302286"/>
          </a:xfrm>
          <a:prstGeom prst="rect">
            <a:avLst/>
          </a:prstGeom>
        </p:spPr>
      </p:pic>
    </p:spTree>
    <p:extLst>
      <p:ext uri="{BB962C8B-B14F-4D97-AF65-F5344CB8AC3E}">
        <p14:creationId xmlns:p14="http://schemas.microsoft.com/office/powerpoint/2010/main" val="1687252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838200" y="640431"/>
            <a:ext cx="8967952" cy="726137"/>
          </a:xfrm>
        </p:spPr>
        <p:txBody>
          <a:bodyPr/>
          <a:lstStyle/>
          <a:p>
            <a:r>
              <a:rPr lang="en-US" b="1" dirty="0">
                <a:solidFill>
                  <a:schemeClr val="tx1"/>
                </a:solidFill>
                <a:latin typeface="Times New Roman" panose="02020603050405020304" pitchFamily="18" charset="0"/>
                <a:cs typeface="Times New Roman" panose="02020603050405020304" pitchFamily="18" charset="0"/>
              </a:rPr>
              <a:t>SEQUENCE DIAGRAM of Application</a:t>
            </a:r>
          </a:p>
        </p:txBody>
      </p:sp>
      <p:pic>
        <p:nvPicPr>
          <p:cNvPr id="4" name="Picture 3">
            <a:extLst>
              <a:ext uri="{FF2B5EF4-FFF2-40B4-BE49-F238E27FC236}">
                <a16:creationId xmlns:a16="http://schemas.microsoft.com/office/drawing/2014/main" id="{B72DD83E-F363-3AF8-29B2-81CE3186F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979" y="1366568"/>
            <a:ext cx="9554059" cy="5491432"/>
          </a:xfrm>
          <a:prstGeom prst="rect">
            <a:avLst/>
          </a:prstGeom>
        </p:spPr>
      </p:pic>
    </p:spTree>
    <p:extLst>
      <p:ext uri="{BB962C8B-B14F-4D97-AF65-F5344CB8AC3E}">
        <p14:creationId xmlns:p14="http://schemas.microsoft.com/office/powerpoint/2010/main" val="2878418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838200" y="640431"/>
            <a:ext cx="8967952" cy="726137"/>
          </a:xfrm>
        </p:spPr>
        <p:txBody>
          <a:bodyPr/>
          <a:lstStyle/>
          <a:p>
            <a:r>
              <a:rPr lang="en-US" b="1" dirty="0">
                <a:solidFill>
                  <a:schemeClr val="tx1"/>
                </a:solidFill>
                <a:latin typeface="Times New Roman" panose="02020603050405020304" pitchFamily="18" charset="0"/>
                <a:cs typeface="Times New Roman" panose="02020603050405020304" pitchFamily="18" charset="0"/>
              </a:rPr>
              <a:t>SEQUENCE DIAGRAM FOR  user</a:t>
            </a:r>
          </a:p>
        </p:txBody>
      </p:sp>
      <p:pic>
        <p:nvPicPr>
          <p:cNvPr id="3" name="Picture 2">
            <a:extLst>
              <a:ext uri="{FF2B5EF4-FFF2-40B4-BE49-F238E27FC236}">
                <a16:creationId xmlns:a16="http://schemas.microsoft.com/office/drawing/2014/main" id="{89577FAD-971F-4B42-54A3-13A2CB870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090" y="1386034"/>
            <a:ext cx="8458995" cy="5471966"/>
          </a:xfrm>
          <a:prstGeom prst="rect">
            <a:avLst/>
          </a:prstGeom>
        </p:spPr>
      </p:pic>
    </p:spTree>
    <p:extLst>
      <p:ext uri="{BB962C8B-B14F-4D97-AF65-F5344CB8AC3E}">
        <p14:creationId xmlns:p14="http://schemas.microsoft.com/office/powerpoint/2010/main" val="3884075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Activity  Diagram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6FB2D5EA-87C1-C0D8-D632-45B5292C02F4}"/>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2042200" y="1439354"/>
            <a:ext cx="7196042" cy="5332388"/>
          </a:xfrm>
          <a:prstGeom prst="rect">
            <a:avLst/>
          </a:prstGeom>
        </p:spPr>
      </p:pic>
    </p:spTree>
    <p:extLst>
      <p:ext uri="{BB962C8B-B14F-4D97-AF65-F5344CB8AC3E}">
        <p14:creationId xmlns:p14="http://schemas.microsoft.com/office/powerpoint/2010/main" val="2077415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Screens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12" name="Picture 11">
            <a:extLst>
              <a:ext uri="{FF2B5EF4-FFF2-40B4-BE49-F238E27FC236}">
                <a16:creationId xmlns:a16="http://schemas.microsoft.com/office/drawing/2014/main" id="{53EC8D92-559E-B5BE-7A03-7B14A65749DD}"/>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766997" y="1535410"/>
            <a:ext cx="8724540" cy="4649742"/>
          </a:xfrm>
          <a:prstGeom prst="rect">
            <a:avLst/>
          </a:prstGeom>
        </p:spPr>
      </p:pic>
      <p:sp>
        <p:nvSpPr>
          <p:cNvPr id="14" name="TextBox 13">
            <a:extLst>
              <a:ext uri="{FF2B5EF4-FFF2-40B4-BE49-F238E27FC236}">
                <a16:creationId xmlns:a16="http://schemas.microsoft.com/office/drawing/2014/main" id="{73DDEAD2-B304-265C-B047-43D4572BBFE2}"/>
              </a:ext>
            </a:extLst>
          </p:cNvPr>
          <p:cNvSpPr txBox="1"/>
          <p:nvPr/>
        </p:nvSpPr>
        <p:spPr>
          <a:xfrm>
            <a:off x="2802731" y="6308481"/>
            <a:ext cx="6786562"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Start Page</a:t>
            </a:r>
            <a:endParaRPr lang="en-IN" dirty="0"/>
          </a:p>
        </p:txBody>
      </p:sp>
    </p:spTree>
    <p:extLst>
      <p:ext uri="{BB962C8B-B14F-4D97-AF65-F5344CB8AC3E}">
        <p14:creationId xmlns:p14="http://schemas.microsoft.com/office/powerpoint/2010/main" val="3819443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HOME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D47B908A-9917-BB78-4BD0-70181C93A53E}"/>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478603" y="1615320"/>
            <a:ext cx="9057916" cy="4827415"/>
          </a:xfrm>
          <a:prstGeom prst="rect">
            <a:avLst/>
          </a:prstGeom>
        </p:spPr>
      </p:pic>
    </p:spTree>
    <p:extLst>
      <p:ext uri="{BB962C8B-B14F-4D97-AF65-F5344CB8AC3E}">
        <p14:creationId xmlns:p14="http://schemas.microsoft.com/office/powerpoint/2010/main" val="1109387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ABSTRACT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12" name="Picture 11">
            <a:extLst>
              <a:ext uri="{FF2B5EF4-FFF2-40B4-BE49-F238E27FC236}">
                <a16:creationId xmlns:a16="http://schemas.microsoft.com/office/drawing/2014/main" id="{01CFF297-96F4-302E-8A92-A5A68A856FA2}"/>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959083" y="1456488"/>
            <a:ext cx="9533086" cy="5080656"/>
          </a:xfrm>
          <a:prstGeom prst="rect">
            <a:avLst/>
          </a:prstGeom>
        </p:spPr>
      </p:pic>
    </p:spTree>
    <p:extLst>
      <p:ext uri="{BB962C8B-B14F-4D97-AF65-F5344CB8AC3E}">
        <p14:creationId xmlns:p14="http://schemas.microsoft.com/office/powerpoint/2010/main" val="517006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ABOUT US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C48B0AA3-66CE-94BF-CE42-66A2D923F497}"/>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734143" y="1615320"/>
            <a:ext cx="8304720" cy="4425999"/>
          </a:xfrm>
          <a:prstGeom prst="rect">
            <a:avLst/>
          </a:prstGeom>
        </p:spPr>
      </p:pic>
    </p:spTree>
    <p:extLst>
      <p:ext uri="{BB962C8B-B14F-4D97-AF65-F5344CB8AC3E}">
        <p14:creationId xmlns:p14="http://schemas.microsoft.com/office/powerpoint/2010/main" val="1729474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15" name="Picture 14">
            <a:extLst>
              <a:ext uri="{FF2B5EF4-FFF2-40B4-BE49-F238E27FC236}">
                <a16:creationId xmlns:a16="http://schemas.microsoft.com/office/drawing/2014/main" id="{21A9CEB2-3DBC-0E25-F618-07DC5A6469A8}"/>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172508" y="1516746"/>
            <a:ext cx="9670106" cy="5178969"/>
          </a:xfrm>
          <a:prstGeom prst="rect">
            <a:avLst/>
          </a:prstGeom>
        </p:spPr>
      </p:pic>
    </p:spTree>
    <p:extLst>
      <p:ext uri="{BB962C8B-B14F-4D97-AF65-F5344CB8AC3E}">
        <p14:creationId xmlns:p14="http://schemas.microsoft.com/office/powerpoint/2010/main" val="2141738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895217A6-E625-91D3-C6EE-222C2A3F5EF3}"/>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471195" y="1615320"/>
            <a:ext cx="8983552" cy="4777191"/>
          </a:xfrm>
          <a:prstGeom prst="rect">
            <a:avLst/>
          </a:prstGeom>
        </p:spPr>
      </p:pic>
    </p:spTree>
    <p:extLst>
      <p:ext uri="{BB962C8B-B14F-4D97-AF65-F5344CB8AC3E}">
        <p14:creationId xmlns:p14="http://schemas.microsoft.com/office/powerpoint/2010/main" val="3234012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568C2AD9-7433-0301-F538-0C647BEF4FA2}"/>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594013" y="1710475"/>
            <a:ext cx="8827095" cy="4709015"/>
          </a:xfrm>
          <a:prstGeom prst="rect">
            <a:avLst/>
          </a:prstGeom>
        </p:spPr>
      </p:pic>
    </p:spTree>
    <p:extLst>
      <p:ext uri="{BB962C8B-B14F-4D97-AF65-F5344CB8AC3E}">
        <p14:creationId xmlns:p14="http://schemas.microsoft.com/office/powerpoint/2010/main" val="31550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a:solidFill>
                  <a:schemeClr val="tx1"/>
                </a:solidFill>
                <a:latin typeface="Times New Roman" panose="02020603050405020304" pitchFamily="18" charset="0"/>
                <a:cs typeface="Times New Roman" panose="02020603050405020304" pitchFamily="18" charset="0"/>
              </a:rPr>
              <a:t>PROJECT PAGE</a:t>
            </a:r>
            <a:endParaRPr lang="en-US"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20" name="Picture 19">
            <a:extLst>
              <a:ext uri="{FF2B5EF4-FFF2-40B4-BE49-F238E27FC236}">
                <a16:creationId xmlns:a16="http://schemas.microsoft.com/office/drawing/2014/main" id="{4A551D7A-F68A-C45F-1946-4BAAD7A4B016}"/>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262866" y="1481875"/>
            <a:ext cx="9666267" cy="5156690"/>
          </a:xfrm>
          <a:prstGeom prst="rect">
            <a:avLst/>
          </a:prstGeom>
        </p:spPr>
      </p:pic>
    </p:spTree>
    <p:extLst>
      <p:ext uri="{BB962C8B-B14F-4D97-AF65-F5344CB8AC3E}">
        <p14:creationId xmlns:p14="http://schemas.microsoft.com/office/powerpoint/2010/main" val="2698751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3AF67699-E775-DC2F-13A4-C60BB88050F7}"/>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627075" y="1588271"/>
            <a:ext cx="8553450" cy="4544020"/>
          </a:xfrm>
          <a:prstGeom prst="rect">
            <a:avLst/>
          </a:prstGeom>
        </p:spPr>
      </p:pic>
    </p:spTree>
    <p:extLst>
      <p:ext uri="{BB962C8B-B14F-4D97-AF65-F5344CB8AC3E}">
        <p14:creationId xmlns:p14="http://schemas.microsoft.com/office/powerpoint/2010/main" val="365386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0BCEE2EA-E59E-41F5-63E7-46029BB3AB8D}"/>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619166" y="1532814"/>
            <a:ext cx="8967952" cy="4768895"/>
          </a:xfrm>
          <a:prstGeom prst="rect">
            <a:avLst/>
          </a:prstGeom>
        </p:spPr>
      </p:pic>
    </p:spTree>
    <p:extLst>
      <p:ext uri="{BB962C8B-B14F-4D97-AF65-F5344CB8AC3E}">
        <p14:creationId xmlns:p14="http://schemas.microsoft.com/office/powerpoint/2010/main" val="1380166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PROJECT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6E0C978B-5868-80AC-7B45-F812DDEAF2AF}"/>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206961" y="1497838"/>
            <a:ext cx="9601200" cy="5121979"/>
          </a:xfrm>
          <a:prstGeom prst="rect">
            <a:avLst/>
          </a:prstGeom>
        </p:spPr>
      </p:pic>
    </p:spTree>
    <p:extLst>
      <p:ext uri="{BB962C8B-B14F-4D97-AF65-F5344CB8AC3E}">
        <p14:creationId xmlns:p14="http://schemas.microsoft.com/office/powerpoint/2010/main" val="3910328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Help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BBBF0D15-5F67-10D4-0AAA-9DF8F058F752}"/>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2153137" y="1509236"/>
            <a:ext cx="8079902" cy="4310408"/>
          </a:xfrm>
          <a:prstGeom prst="rect">
            <a:avLst/>
          </a:prstGeom>
        </p:spPr>
      </p:pic>
    </p:spTree>
    <p:extLst>
      <p:ext uri="{BB962C8B-B14F-4D97-AF65-F5344CB8AC3E}">
        <p14:creationId xmlns:p14="http://schemas.microsoft.com/office/powerpoint/2010/main" val="3794568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Help page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81DA8AE4-7BAB-2AEF-EC20-EA77722DEB46}"/>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1530755" y="1505297"/>
            <a:ext cx="8618685" cy="4593326"/>
          </a:xfrm>
          <a:prstGeom prst="rect">
            <a:avLst/>
          </a:prstGeom>
        </p:spPr>
      </p:pic>
    </p:spTree>
    <p:extLst>
      <p:ext uri="{BB962C8B-B14F-4D97-AF65-F5344CB8AC3E}">
        <p14:creationId xmlns:p14="http://schemas.microsoft.com/office/powerpoint/2010/main" val="737928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C40D3CB1-60FB-44E7-A807-4460AFADD914}"/>
              </a:ext>
            </a:extLst>
          </p:cNvPr>
          <p:cNvSpPr>
            <a:spLocks noGrp="1"/>
          </p:cNvSpPr>
          <p:nvPr>
            <p:ph type="title"/>
          </p:nvPr>
        </p:nvSpPr>
        <p:spPr>
          <a:xfrm>
            <a:off x="1523585" y="556291"/>
            <a:ext cx="8967952" cy="726137"/>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Conclusion</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CAABAB1-D13E-FB1E-A92C-57287A172B43}"/>
                  </a:ext>
                </a:extLst>
              </p14:cNvPr>
              <p14:cNvContentPartPr/>
              <p14:nvPr/>
            </p14:nvContentPartPr>
            <p14:xfrm>
              <a:off x="8134982" y="2380419"/>
              <a:ext cx="360" cy="360"/>
            </p14:xfrm>
          </p:contentPart>
        </mc:Choice>
        <mc:Fallback xmlns="">
          <p:pic>
            <p:nvPicPr>
              <p:cNvPr id="2" name="Ink 1">
                <a:extLst>
                  <a:ext uri="{FF2B5EF4-FFF2-40B4-BE49-F238E27FC236}">
                    <a16:creationId xmlns:a16="http://schemas.microsoft.com/office/drawing/2014/main" id="{DCAABAB1-D13E-FB1E-A92C-57287A172B43}"/>
                  </a:ext>
                </a:extLst>
              </p:cNvPr>
              <p:cNvPicPr/>
              <p:nvPr/>
            </p:nvPicPr>
            <p:blipFill>
              <a:blip r:embed="rId4"/>
              <a:stretch>
                <a:fillRect/>
              </a:stretch>
            </p:blipFill>
            <p:spPr>
              <a:xfrm>
                <a:off x="804498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7ECB5A3-DF60-886D-B6EE-EDC81F604719}"/>
                  </a:ext>
                </a:extLst>
              </p14:cNvPr>
              <p14:cNvContentPartPr/>
              <p14:nvPr/>
            </p14:nvContentPartPr>
            <p14:xfrm>
              <a:off x="8119502" y="2396259"/>
              <a:ext cx="360" cy="360"/>
            </p14:xfrm>
          </p:contentPart>
        </mc:Choice>
        <mc:Fallback xmlns="">
          <p:pic>
            <p:nvPicPr>
              <p:cNvPr id="5" name="Ink 4">
                <a:extLst>
                  <a:ext uri="{FF2B5EF4-FFF2-40B4-BE49-F238E27FC236}">
                    <a16:creationId xmlns:a16="http://schemas.microsoft.com/office/drawing/2014/main" id="{47ECB5A3-DF60-886D-B6EE-EDC81F604719}"/>
                  </a:ext>
                </a:extLst>
              </p:cNvPr>
              <p:cNvPicPr/>
              <p:nvPr/>
            </p:nvPicPr>
            <p:blipFill>
              <a:blip r:embed="rId4"/>
              <a:stretch>
                <a:fillRect/>
              </a:stretch>
            </p:blipFill>
            <p:spPr>
              <a:xfrm>
                <a:off x="8029502" y="22166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912E211-C259-F537-0AAC-B13080966BE6}"/>
                  </a:ext>
                </a:extLst>
              </p14:cNvPr>
              <p14:cNvContentPartPr/>
              <p14:nvPr/>
            </p14:nvContentPartPr>
            <p14:xfrm>
              <a:off x="8103302" y="2380419"/>
              <a:ext cx="360" cy="360"/>
            </p14:xfrm>
          </p:contentPart>
        </mc:Choice>
        <mc:Fallback xmlns="">
          <p:pic>
            <p:nvPicPr>
              <p:cNvPr id="7" name="Ink 6">
                <a:extLst>
                  <a:ext uri="{FF2B5EF4-FFF2-40B4-BE49-F238E27FC236}">
                    <a16:creationId xmlns:a16="http://schemas.microsoft.com/office/drawing/2014/main" id="{6912E211-C259-F537-0AAC-B13080966BE6}"/>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FDFF00B-E0FF-2273-597D-24BFE68DBD21}"/>
                  </a:ext>
                </a:extLst>
              </p14:cNvPr>
              <p14:cNvContentPartPr/>
              <p14:nvPr/>
            </p14:nvContentPartPr>
            <p14:xfrm>
              <a:off x="8103302" y="2380419"/>
              <a:ext cx="360" cy="360"/>
            </p14:xfrm>
          </p:contentPart>
        </mc:Choice>
        <mc:Fallback xmlns="">
          <p:pic>
            <p:nvPicPr>
              <p:cNvPr id="8" name="Ink 7">
                <a:extLst>
                  <a:ext uri="{FF2B5EF4-FFF2-40B4-BE49-F238E27FC236}">
                    <a16:creationId xmlns:a16="http://schemas.microsoft.com/office/drawing/2014/main" id="{CFDFF00B-E0FF-2273-597D-24BFE68DBD21}"/>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C82D3247-A5B0-D73D-8786-C18117D20EBA}"/>
                  </a:ext>
                </a:extLst>
              </p14:cNvPr>
              <p14:cNvContentPartPr/>
              <p14:nvPr/>
            </p14:nvContentPartPr>
            <p14:xfrm>
              <a:off x="8103302" y="2380419"/>
              <a:ext cx="360" cy="360"/>
            </p14:xfrm>
          </p:contentPart>
        </mc:Choice>
        <mc:Fallback xmlns="">
          <p:pic>
            <p:nvPicPr>
              <p:cNvPr id="9" name="Ink 8">
                <a:extLst>
                  <a:ext uri="{FF2B5EF4-FFF2-40B4-BE49-F238E27FC236}">
                    <a16:creationId xmlns:a16="http://schemas.microsoft.com/office/drawing/2014/main" id="{C82D3247-A5B0-D73D-8786-C18117D20EBA}"/>
                  </a:ext>
                </a:extLst>
              </p:cNvPr>
              <p:cNvPicPr/>
              <p:nvPr/>
            </p:nvPicPr>
            <p:blipFill>
              <a:blip r:embed="rId4"/>
              <a:stretch>
                <a:fillRect/>
              </a:stretch>
            </p:blipFill>
            <p:spPr>
              <a:xfrm>
                <a:off x="8013302" y="220041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31F1281-3397-27CF-235E-4397D2345747}"/>
                  </a:ext>
                </a:extLst>
              </p14:cNvPr>
              <p14:cNvContentPartPr/>
              <p14:nvPr/>
            </p14:nvContentPartPr>
            <p14:xfrm>
              <a:off x="8100422" y="2648259"/>
              <a:ext cx="19080" cy="56520"/>
            </p14:xfrm>
          </p:contentPart>
        </mc:Choice>
        <mc:Fallback xmlns="">
          <p:pic>
            <p:nvPicPr>
              <p:cNvPr id="10" name="Ink 9">
                <a:extLst>
                  <a:ext uri="{FF2B5EF4-FFF2-40B4-BE49-F238E27FC236}">
                    <a16:creationId xmlns:a16="http://schemas.microsoft.com/office/drawing/2014/main" id="{631F1281-3397-27CF-235E-4397D2345747}"/>
                  </a:ext>
                </a:extLst>
              </p:cNvPr>
              <p:cNvPicPr/>
              <p:nvPr/>
            </p:nvPicPr>
            <p:blipFill>
              <a:blip r:embed="rId11"/>
              <a:stretch>
                <a:fillRect/>
              </a:stretch>
            </p:blipFill>
            <p:spPr>
              <a:xfrm>
                <a:off x="8010782" y="2468619"/>
                <a:ext cx="19872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4FB1FF0D-548A-5A9E-7852-A4850B76BA72}"/>
                  </a:ext>
                </a:extLst>
              </p14:cNvPr>
              <p14:cNvContentPartPr/>
              <p14:nvPr/>
            </p14:nvContentPartPr>
            <p14:xfrm>
              <a:off x="8119502" y="2663739"/>
              <a:ext cx="360" cy="360"/>
            </p14:xfrm>
          </p:contentPart>
        </mc:Choice>
        <mc:Fallback xmlns="">
          <p:pic>
            <p:nvPicPr>
              <p:cNvPr id="24" name="Ink 23">
                <a:extLst>
                  <a:ext uri="{FF2B5EF4-FFF2-40B4-BE49-F238E27FC236}">
                    <a16:creationId xmlns:a16="http://schemas.microsoft.com/office/drawing/2014/main" id="{4FB1FF0D-548A-5A9E-7852-A4850B76BA7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11859910-0BF2-6AD3-96AB-F0B6B530238B}"/>
                  </a:ext>
                </a:extLst>
              </p14:cNvPr>
              <p14:cNvContentPartPr/>
              <p14:nvPr/>
            </p14:nvContentPartPr>
            <p14:xfrm>
              <a:off x="8119502" y="2663739"/>
              <a:ext cx="360" cy="360"/>
            </p14:xfrm>
          </p:contentPart>
        </mc:Choice>
        <mc:Fallback xmlns="">
          <p:pic>
            <p:nvPicPr>
              <p:cNvPr id="25" name="Ink 24">
                <a:extLst>
                  <a:ext uri="{FF2B5EF4-FFF2-40B4-BE49-F238E27FC236}">
                    <a16:creationId xmlns:a16="http://schemas.microsoft.com/office/drawing/2014/main" id="{11859910-0BF2-6AD3-96AB-F0B6B530238B}"/>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AC40E10F-C358-9F5D-C31C-5B5BCBCE1B9C}"/>
                  </a:ext>
                </a:extLst>
              </p14:cNvPr>
              <p14:cNvContentPartPr/>
              <p14:nvPr/>
            </p14:nvContentPartPr>
            <p14:xfrm>
              <a:off x="8119502" y="2663739"/>
              <a:ext cx="360" cy="360"/>
            </p14:xfrm>
          </p:contentPart>
        </mc:Choice>
        <mc:Fallback xmlns="">
          <p:pic>
            <p:nvPicPr>
              <p:cNvPr id="26" name="Ink 25">
                <a:extLst>
                  <a:ext uri="{FF2B5EF4-FFF2-40B4-BE49-F238E27FC236}">
                    <a16:creationId xmlns:a16="http://schemas.microsoft.com/office/drawing/2014/main" id="{AC40E10F-C358-9F5D-C31C-5B5BCBCE1B9C}"/>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FF304FA0-2F42-3C64-5843-0686FBDB79F3}"/>
                  </a:ext>
                </a:extLst>
              </p14:cNvPr>
              <p14:cNvContentPartPr/>
              <p14:nvPr/>
            </p14:nvContentPartPr>
            <p14:xfrm>
              <a:off x="8119502" y="2663739"/>
              <a:ext cx="360" cy="360"/>
            </p14:xfrm>
          </p:contentPart>
        </mc:Choice>
        <mc:Fallback xmlns="">
          <p:pic>
            <p:nvPicPr>
              <p:cNvPr id="27" name="Ink 26">
                <a:extLst>
                  <a:ext uri="{FF2B5EF4-FFF2-40B4-BE49-F238E27FC236}">
                    <a16:creationId xmlns:a16="http://schemas.microsoft.com/office/drawing/2014/main" id="{FF304FA0-2F42-3C64-5843-0686FBDB79F3}"/>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27BA459B-2F1A-DAA8-2395-16B93A68FB20}"/>
                  </a:ext>
                </a:extLst>
              </p14:cNvPr>
              <p14:cNvContentPartPr/>
              <p14:nvPr/>
            </p14:nvContentPartPr>
            <p14:xfrm>
              <a:off x="8119502" y="2663739"/>
              <a:ext cx="360" cy="360"/>
            </p14:xfrm>
          </p:contentPart>
        </mc:Choice>
        <mc:Fallback xmlns="">
          <p:pic>
            <p:nvPicPr>
              <p:cNvPr id="28" name="Ink 27">
                <a:extLst>
                  <a:ext uri="{FF2B5EF4-FFF2-40B4-BE49-F238E27FC236}">
                    <a16:creationId xmlns:a16="http://schemas.microsoft.com/office/drawing/2014/main" id="{27BA459B-2F1A-DAA8-2395-16B93A68FB2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03F12C21-89DB-DD3D-59A3-5494DE3106D6}"/>
                  </a:ext>
                </a:extLst>
              </p14:cNvPr>
              <p14:cNvContentPartPr/>
              <p14:nvPr/>
            </p14:nvContentPartPr>
            <p14:xfrm>
              <a:off x="8119502" y="2663739"/>
              <a:ext cx="360" cy="360"/>
            </p14:xfrm>
          </p:contentPart>
        </mc:Choice>
        <mc:Fallback xmlns="">
          <p:pic>
            <p:nvPicPr>
              <p:cNvPr id="29" name="Ink 28">
                <a:extLst>
                  <a:ext uri="{FF2B5EF4-FFF2-40B4-BE49-F238E27FC236}">
                    <a16:creationId xmlns:a16="http://schemas.microsoft.com/office/drawing/2014/main" id="{03F12C21-89DB-DD3D-59A3-5494DE3106D6}"/>
                  </a:ext>
                </a:extLst>
              </p:cNvPr>
              <p:cNvPicPr/>
              <p:nvPr/>
            </p:nvPicPr>
            <p:blipFill>
              <a:blip r:embed="rId2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Ink 29">
                <a:extLst>
                  <a:ext uri="{FF2B5EF4-FFF2-40B4-BE49-F238E27FC236}">
                    <a16:creationId xmlns:a16="http://schemas.microsoft.com/office/drawing/2014/main" id="{BC559E05-4F69-E3E9-34AA-B5C19D4AFB4A}"/>
                  </a:ext>
                </a:extLst>
              </p14:cNvPr>
              <p14:cNvContentPartPr/>
              <p14:nvPr/>
            </p14:nvContentPartPr>
            <p14:xfrm>
              <a:off x="8119502" y="2663739"/>
              <a:ext cx="360" cy="360"/>
            </p14:xfrm>
          </p:contentPart>
        </mc:Choice>
        <mc:Fallback xmlns="">
          <p:pic>
            <p:nvPicPr>
              <p:cNvPr id="30" name="Ink 29">
                <a:extLst>
                  <a:ext uri="{FF2B5EF4-FFF2-40B4-BE49-F238E27FC236}">
                    <a16:creationId xmlns:a16="http://schemas.microsoft.com/office/drawing/2014/main" id="{BC559E05-4F69-E3E9-34AA-B5C19D4AFB4A}"/>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CBCC6551-8C3C-9C91-EE35-727178301C42}"/>
                  </a:ext>
                </a:extLst>
              </p14:cNvPr>
              <p14:cNvContentPartPr/>
              <p14:nvPr/>
            </p14:nvContentPartPr>
            <p14:xfrm>
              <a:off x="8119502" y="2663739"/>
              <a:ext cx="360" cy="360"/>
            </p14:xfrm>
          </p:contentPart>
        </mc:Choice>
        <mc:Fallback xmlns="">
          <p:pic>
            <p:nvPicPr>
              <p:cNvPr id="32" name="Ink 31">
                <a:extLst>
                  <a:ext uri="{FF2B5EF4-FFF2-40B4-BE49-F238E27FC236}">
                    <a16:creationId xmlns:a16="http://schemas.microsoft.com/office/drawing/2014/main" id="{CBCC6551-8C3C-9C91-EE35-727178301C42}"/>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9C9DF8A-4A65-DDF0-84F1-8D9AA4E52C6D}"/>
                  </a:ext>
                </a:extLst>
              </p14:cNvPr>
              <p14:cNvContentPartPr/>
              <p14:nvPr/>
            </p14:nvContentPartPr>
            <p14:xfrm>
              <a:off x="8119502" y="2663739"/>
              <a:ext cx="360" cy="360"/>
            </p14:xfrm>
          </p:contentPart>
        </mc:Choice>
        <mc:Fallback xmlns="">
          <p:pic>
            <p:nvPicPr>
              <p:cNvPr id="33" name="Ink 32">
                <a:extLst>
                  <a:ext uri="{FF2B5EF4-FFF2-40B4-BE49-F238E27FC236}">
                    <a16:creationId xmlns:a16="http://schemas.microsoft.com/office/drawing/2014/main" id="{D9C9DF8A-4A65-DDF0-84F1-8D9AA4E52C6D}"/>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4459B173-68B4-085C-606D-9702DE3B3780}"/>
                  </a:ext>
                </a:extLst>
              </p14:cNvPr>
              <p14:cNvContentPartPr/>
              <p14:nvPr/>
            </p14:nvContentPartPr>
            <p14:xfrm>
              <a:off x="8119502" y="2663739"/>
              <a:ext cx="360" cy="360"/>
            </p14:xfrm>
          </p:contentPart>
        </mc:Choice>
        <mc:Fallback xmlns="">
          <p:pic>
            <p:nvPicPr>
              <p:cNvPr id="34" name="Ink 33">
                <a:extLst>
                  <a:ext uri="{FF2B5EF4-FFF2-40B4-BE49-F238E27FC236}">
                    <a16:creationId xmlns:a16="http://schemas.microsoft.com/office/drawing/2014/main" id="{4459B173-68B4-085C-606D-9702DE3B3780}"/>
                  </a:ext>
                </a:extLst>
              </p:cNvPr>
              <p:cNvPicPr/>
              <p:nvPr/>
            </p:nvPicPr>
            <p:blipFill>
              <a:blip r:embed="rId15"/>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Ink 34">
                <a:extLst>
                  <a:ext uri="{FF2B5EF4-FFF2-40B4-BE49-F238E27FC236}">
                    <a16:creationId xmlns:a16="http://schemas.microsoft.com/office/drawing/2014/main" id="{2EE2358E-601B-AB9E-8AB5-F09C887D607E}"/>
                  </a:ext>
                </a:extLst>
              </p14:cNvPr>
              <p14:cNvContentPartPr/>
              <p14:nvPr/>
            </p14:nvContentPartPr>
            <p14:xfrm>
              <a:off x="8119502" y="2663739"/>
              <a:ext cx="360" cy="360"/>
            </p14:xfrm>
          </p:contentPart>
        </mc:Choice>
        <mc:Fallback xmlns="">
          <p:pic>
            <p:nvPicPr>
              <p:cNvPr id="35" name="Ink 34">
                <a:extLst>
                  <a:ext uri="{FF2B5EF4-FFF2-40B4-BE49-F238E27FC236}">
                    <a16:creationId xmlns:a16="http://schemas.microsoft.com/office/drawing/2014/main" id="{2EE2358E-601B-AB9E-8AB5-F09C887D607E}"/>
                  </a:ext>
                </a:extLst>
              </p:cNvPr>
              <p:cNvPicPr/>
              <p:nvPr/>
            </p:nvPicPr>
            <p:blipFill>
              <a:blip r:embed="rId4"/>
              <a:stretch>
                <a:fillRect/>
              </a:stretch>
            </p:blipFill>
            <p:spPr>
              <a:xfrm>
                <a:off x="8029502" y="248409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6" name="Ink 35">
                <a:extLst>
                  <a:ext uri="{FF2B5EF4-FFF2-40B4-BE49-F238E27FC236}">
                    <a16:creationId xmlns:a16="http://schemas.microsoft.com/office/drawing/2014/main" id="{C3BDBA44-27D6-6B47-1F22-2ECE5DFA21B6}"/>
                  </a:ext>
                </a:extLst>
              </p14:cNvPr>
              <p14:cNvContentPartPr/>
              <p14:nvPr/>
            </p14:nvContentPartPr>
            <p14:xfrm>
              <a:off x="-489178" y="3546819"/>
              <a:ext cx="360" cy="360"/>
            </p14:xfrm>
          </p:contentPart>
        </mc:Choice>
        <mc:Fallback xmlns="">
          <p:pic>
            <p:nvPicPr>
              <p:cNvPr id="36" name="Ink 35">
                <a:extLst>
                  <a:ext uri="{FF2B5EF4-FFF2-40B4-BE49-F238E27FC236}">
                    <a16:creationId xmlns:a16="http://schemas.microsoft.com/office/drawing/2014/main" id="{C3BDBA44-27D6-6B47-1F22-2ECE5DFA21B6}"/>
                  </a:ext>
                </a:extLst>
              </p:cNvPr>
              <p:cNvPicPr/>
              <p:nvPr/>
            </p:nvPicPr>
            <p:blipFill>
              <a:blip r:embed="rId4"/>
              <a:stretch>
                <a:fillRect/>
              </a:stretch>
            </p:blipFill>
            <p:spPr>
              <a:xfrm>
                <a:off x="-578818" y="336717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0" name="Ink 39">
                <a:extLst>
                  <a:ext uri="{FF2B5EF4-FFF2-40B4-BE49-F238E27FC236}">
                    <a16:creationId xmlns:a16="http://schemas.microsoft.com/office/drawing/2014/main" id="{2AF9046F-06DB-899A-537F-8F3D8C04BA74}"/>
                  </a:ext>
                </a:extLst>
              </p14:cNvPr>
              <p14:cNvContentPartPr/>
              <p14:nvPr/>
            </p14:nvContentPartPr>
            <p14:xfrm>
              <a:off x="7993417" y="2566196"/>
              <a:ext cx="360" cy="360"/>
            </p14:xfrm>
          </p:contentPart>
        </mc:Choice>
        <mc:Fallback xmlns="">
          <p:pic>
            <p:nvPicPr>
              <p:cNvPr id="40" name="Ink 39">
                <a:extLst>
                  <a:ext uri="{FF2B5EF4-FFF2-40B4-BE49-F238E27FC236}">
                    <a16:creationId xmlns:a16="http://schemas.microsoft.com/office/drawing/2014/main" id="{2AF9046F-06DB-899A-537F-8F3D8C04BA74}"/>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30856A02-D15D-BF17-AFFA-9CCB0457CBA5}"/>
                  </a:ext>
                </a:extLst>
              </p14:cNvPr>
              <p14:cNvContentPartPr/>
              <p14:nvPr/>
            </p14:nvContentPartPr>
            <p14:xfrm>
              <a:off x="7993417" y="2566196"/>
              <a:ext cx="360" cy="360"/>
            </p14:xfrm>
          </p:contentPart>
        </mc:Choice>
        <mc:Fallback xmlns="">
          <p:pic>
            <p:nvPicPr>
              <p:cNvPr id="41" name="Ink 40">
                <a:extLst>
                  <a:ext uri="{FF2B5EF4-FFF2-40B4-BE49-F238E27FC236}">
                    <a16:creationId xmlns:a16="http://schemas.microsoft.com/office/drawing/2014/main" id="{30856A02-D15D-BF17-AFFA-9CCB0457CBA5}"/>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2" name="Ink 41">
                <a:extLst>
                  <a:ext uri="{FF2B5EF4-FFF2-40B4-BE49-F238E27FC236}">
                    <a16:creationId xmlns:a16="http://schemas.microsoft.com/office/drawing/2014/main" id="{315D9F8B-5A26-34D8-0914-B147DFD4FF6C}"/>
                  </a:ext>
                </a:extLst>
              </p14:cNvPr>
              <p14:cNvContentPartPr/>
              <p14:nvPr/>
            </p14:nvContentPartPr>
            <p14:xfrm>
              <a:off x="7993417" y="2566196"/>
              <a:ext cx="360" cy="360"/>
            </p14:xfrm>
          </p:contentPart>
        </mc:Choice>
        <mc:Fallback xmlns="">
          <p:pic>
            <p:nvPicPr>
              <p:cNvPr id="42" name="Ink 41">
                <a:extLst>
                  <a:ext uri="{FF2B5EF4-FFF2-40B4-BE49-F238E27FC236}">
                    <a16:creationId xmlns:a16="http://schemas.microsoft.com/office/drawing/2014/main" id="{315D9F8B-5A26-34D8-0914-B147DFD4FF6C}"/>
                  </a:ext>
                </a:extLst>
              </p:cNvPr>
              <p:cNvPicPr/>
              <p:nvPr/>
            </p:nvPicPr>
            <p:blipFill>
              <a:blip r:embed="rId36"/>
              <a:stretch>
                <a:fillRect/>
              </a:stretch>
            </p:blipFill>
            <p:spPr>
              <a:xfrm>
                <a:off x="7939777" y="245819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3" name="Ink 42">
                <a:extLst>
                  <a:ext uri="{FF2B5EF4-FFF2-40B4-BE49-F238E27FC236}">
                    <a16:creationId xmlns:a16="http://schemas.microsoft.com/office/drawing/2014/main" id="{DB1A5234-4704-C95F-64AD-8E3E4DECE8F8}"/>
                  </a:ext>
                </a:extLst>
              </p14:cNvPr>
              <p14:cNvContentPartPr/>
              <p14:nvPr/>
            </p14:nvContentPartPr>
            <p14:xfrm>
              <a:off x="8121217" y="2389076"/>
              <a:ext cx="360" cy="360"/>
            </p14:xfrm>
          </p:contentPart>
        </mc:Choice>
        <mc:Fallback xmlns="">
          <p:pic>
            <p:nvPicPr>
              <p:cNvPr id="43" name="Ink 42">
                <a:extLst>
                  <a:ext uri="{FF2B5EF4-FFF2-40B4-BE49-F238E27FC236}">
                    <a16:creationId xmlns:a16="http://schemas.microsoft.com/office/drawing/2014/main" id="{DB1A5234-4704-C95F-64AD-8E3E4DECE8F8}"/>
                  </a:ext>
                </a:extLst>
              </p:cNvPr>
              <p:cNvPicPr/>
              <p:nvPr/>
            </p:nvPicPr>
            <p:blipFill>
              <a:blip r:embed="rId36"/>
              <a:stretch>
                <a:fillRect/>
              </a:stretch>
            </p:blipFill>
            <p:spPr>
              <a:xfrm>
                <a:off x="8067577" y="22814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Ink 43">
                <a:extLst>
                  <a:ext uri="{FF2B5EF4-FFF2-40B4-BE49-F238E27FC236}">
                    <a16:creationId xmlns:a16="http://schemas.microsoft.com/office/drawing/2014/main" id="{0B0E96E9-3DB0-77EB-284D-C4562902F9DB}"/>
                  </a:ext>
                </a:extLst>
              </p14:cNvPr>
              <p14:cNvContentPartPr/>
              <p14:nvPr/>
            </p14:nvContentPartPr>
            <p14:xfrm>
              <a:off x="8081617" y="2477276"/>
              <a:ext cx="360" cy="360"/>
            </p14:xfrm>
          </p:contentPart>
        </mc:Choice>
        <mc:Fallback xmlns="">
          <p:pic>
            <p:nvPicPr>
              <p:cNvPr id="44" name="Ink 43">
                <a:extLst>
                  <a:ext uri="{FF2B5EF4-FFF2-40B4-BE49-F238E27FC236}">
                    <a16:creationId xmlns:a16="http://schemas.microsoft.com/office/drawing/2014/main" id="{0B0E96E9-3DB0-77EB-284D-C4562902F9DB}"/>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E074676-E4F7-083C-A397-3465F4EC6B36}"/>
                  </a:ext>
                </a:extLst>
              </p14:cNvPr>
              <p14:cNvContentPartPr/>
              <p14:nvPr/>
            </p14:nvContentPartPr>
            <p14:xfrm>
              <a:off x="8081617" y="2477276"/>
              <a:ext cx="360" cy="360"/>
            </p14:xfrm>
          </p:contentPart>
        </mc:Choice>
        <mc:Fallback xmlns="">
          <p:pic>
            <p:nvPicPr>
              <p:cNvPr id="45" name="Ink 44">
                <a:extLst>
                  <a:ext uri="{FF2B5EF4-FFF2-40B4-BE49-F238E27FC236}">
                    <a16:creationId xmlns:a16="http://schemas.microsoft.com/office/drawing/2014/main" id="{0E074676-E4F7-083C-A397-3465F4EC6B36}"/>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FC81EE37-1E24-C6EF-D5A4-B524EE513540}"/>
                  </a:ext>
                </a:extLst>
              </p14:cNvPr>
              <p14:cNvContentPartPr/>
              <p14:nvPr/>
            </p14:nvContentPartPr>
            <p14:xfrm>
              <a:off x="8081617" y="2477276"/>
              <a:ext cx="360" cy="360"/>
            </p14:xfrm>
          </p:contentPart>
        </mc:Choice>
        <mc:Fallback xmlns="">
          <p:pic>
            <p:nvPicPr>
              <p:cNvPr id="46" name="Ink 45">
                <a:extLst>
                  <a:ext uri="{FF2B5EF4-FFF2-40B4-BE49-F238E27FC236}">
                    <a16:creationId xmlns:a16="http://schemas.microsoft.com/office/drawing/2014/main" id="{FC81EE37-1E24-C6EF-D5A4-B524EE513540}"/>
                  </a:ext>
                </a:extLst>
              </p:cNvPr>
              <p:cNvPicPr/>
              <p:nvPr/>
            </p:nvPicPr>
            <p:blipFill>
              <a:blip r:embed="rId36"/>
              <a:stretch>
                <a:fillRect/>
              </a:stretch>
            </p:blipFill>
            <p:spPr>
              <a:xfrm>
                <a:off x="8027977" y="236963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Ink 60">
                <a:extLst>
                  <a:ext uri="{FF2B5EF4-FFF2-40B4-BE49-F238E27FC236}">
                    <a16:creationId xmlns:a16="http://schemas.microsoft.com/office/drawing/2014/main" id="{917FE4BD-F241-8795-EB09-111427D56EC3}"/>
                  </a:ext>
                </a:extLst>
              </p14:cNvPr>
              <p14:cNvContentPartPr/>
              <p14:nvPr/>
            </p14:nvContentPartPr>
            <p14:xfrm>
              <a:off x="8101777" y="2507156"/>
              <a:ext cx="360" cy="360"/>
            </p14:xfrm>
          </p:contentPart>
        </mc:Choice>
        <mc:Fallback xmlns="">
          <p:pic>
            <p:nvPicPr>
              <p:cNvPr id="61" name="Ink 60">
                <a:extLst>
                  <a:ext uri="{FF2B5EF4-FFF2-40B4-BE49-F238E27FC236}">
                    <a16:creationId xmlns:a16="http://schemas.microsoft.com/office/drawing/2014/main" id="{917FE4BD-F241-8795-EB09-111427D56EC3}"/>
                  </a:ext>
                </a:extLst>
              </p:cNvPr>
              <p:cNvPicPr/>
              <p:nvPr/>
            </p:nvPicPr>
            <p:blipFill>
              <a:blip r:embed="rId44"/>
              <a:stretch>
                <a:fillRect/>
              </a:stretch>
            </p:blipFill>
            <p:spPr>
              <a:xfrm>
                <a:off x="8011777" y="23271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Ink 61">
                <a:extLst>
                  <a:ext uri="{FF2B5EF4-FFF2-40B4-BE49-F238E27FC236}">
                    <a16:creationId xmlns:a16="http://schemas.microsoft.com/office/drawing/2014/main" id="{87728D14-39D9-3FBA-D7BF-26157C1FB88F}"/>
                  </a:ext>
                </a:extLst>
              </p14:cNvPr>
              <p14:cNvContentPartPr/>
              <p14:nvPr/>
            </p14:nvContentPartPr>
            <p14:xfrm>
              <a:off x="8101777" y="2487716"/>
              <a:ext cx="360" cy="360"/>
            </p14:xfrm>
          </p:contentPart>
        </mc:Choice>
        <mc:Fallback xmlns="">
          <p:pic>
            <p:nvPicPr>
              <p:cNvPr id="62" name="Ink 61">
                <a:extLst>
                  <a:ext uri="{FF2B5EF4-FFF2-40B4-BE49-F238E27FC236}">
                    <a16:creationId xmlns:a16="http://schemas.microsoft.com/office/drawing/2014/main" id="{87728D14-39D9-3FBA-D7BF-26157C1FB88F}"/>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A6C0F999-4EDE-C008-9112-15DBDCB340DE}"/>
                  </a:ext>
                </a:extLst>
              </p14:cNvPr>
              <p14:cNvContentPartPr/>
              <p14:nvPr/>
            </p14:nvContentPartPr>
            <p14:xfrm>
              <a:off x="8101777" y="2487716"/>
              <a:ext cx="360" cy="360"/>
            </p14:xfrm>
          </p:contentPart>
        </mc:Choice>
        <mc:Fallback xmlns="">
          <p:pic>
            <p:nvPicPr>
              <p:cNvPr id="63" name="Ink 62">
                <a:extLst>
                  <a:ext uri="{FF2B5EF4-FFF2-40B4-BE49-F238E27FC236}">
                    <a16:creationId xmlns:a16="http://schemas.microsoft.com/office/drawing/2014/main" id="{A6C0F999-4EDE-C008-9112-15DBDCB340DE}"/>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E773371B-9674-B07B-5EDC-36ABC14A5036}"/>
                  </a:ext>
                </a:extLst>
              </p14:cNvPr>
              <p14:cNvContentPartPr/>
              <p14:nvPr/>
            </p14:nvContentPartPr>
            <p14:xfrm>
              <a:off x="8101777" y="2487716"/>
              <a:ext cx="360" cy="360"/>
            </p14:xfrm>
          </p:contentPart>
        </mc:Choice>
        <mc:Fallback xmlns="">
          <p:pic>
            <p:nvPicPr>
              <p:cNvPr id="64" name="Ink 63">
                <a:extLst>
                  <a:ext uri="{FF2B5EF4-FFF2-40B4-BE49-F238E27FC236}">
                    <a16:creationId xmlns:a16="http://schemas.microsoft.com/office/drawing/2014/main" id="{E773371B-9674-B07B-5EDC-36ABC14A5036}"/>
                  </a:ext>
                </a:extLst>
              </p:cNvPr>
              <p:cNvPicPr/>
              <p:nvPr/>
            </p:nvPicPr>
            <p:blipFill>
              <a:blip r:embed="rId44"/>
              <a:stretch>
                <a:fillRect/>
              </a:stretch>
            </p:blipFill>
            <p:spPr>
              <a:xfrm>
                <a:off x="8011777" y="2307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5" name="Ink 64">
                <a:extLst>
                  <a:ext uri="{FF2B5EF4-FFF2-40B4-BE49-F238E27FC236}">
                    <a16:creationId xmlns:a16="http://schemas.microsoft.com/office/drawing/2014/main" id="{55B6F259-AFF8-67B5-49B7-8C2D2548695C}"/>
                  </a:ext>
                </a:extLst>
              </p14:cNvPr>
              <p14:cNvContentPartPr/>
              <p14:nvPr/>
            </p14:nvContentPartPr>
            <p14:xfrm>
              <a:off x="8111497" y="2556476"/>
              <a:ext cx="360" cy="360"/>
            </p14:xfrm>
          </p:contentPart>
        </mc:Choice>
        <mc:Fallback xmlns="">
          <p:pic>
            <p:nvPicPr>
              <p:cNvPr id="65" name="Ink 64">
                <a:extLst>
                  <a:ext uri="{FF2B5EF4-FFF2-40B4-BE49-F238E27FC236}">
                    <a16:creationId xmlns:a16="http://schemas.microsoft.com/office/drawing/2014/main" id="{55B6F259-AFF8-67B5-49B7-8C2D2548695C}"/>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Ink 65">
                <a:extLst>
                  <a:ext uri="{FF2B5EF4-FFF2-40B4-BE49-F238E27FC236}">
                    <a16:creationId xmlns:a16="http://schemas.microsoft.com/office/drawing/2014/main" id="{129F1798-9792-D736-FD1B-C062E6181855}"/>
                  </a:ext>
                </a:extLst>
              </p14:cNvPr>
              <p14:cNvContentPartPr/>
              <p14:nvPr/>
            </p14:nvContentPartPr>
            <p14:xfrm>
              <a:off x="8111497" y="2556476"/>
              <a:ext cx="360" cy="360"/>
            </p14:xfrm>
          </p:contentPart>
        </mc:Choice>
        <mc:Fallback xmlns="">
          <p:pic>
            <p:nvPicPr>
              <p:cNvPr id="66" name="Ink 65">
                <a:extLst>
                  <a:ext uri="{FF2B5EF4-FFF2-40B4-BE49-F238E27FC236}">
                    <a16:creationId xmlns:a16="http://schemas.microsoft.com/office/drawing/2014/main" id="{129F1798-9792-D736-FD1B-C062E6181855}"/>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7" name="Ink 66">
                <a:extLst>
                  <a:ext uri="{FF2B5EF4-FFF2-40B4-BE49-F238E27FC236}">
                    <a16:creationId xmlns:a16="http://schemas.microsoft.com/office/drawing/2014/main" id="{87E62D6B-B0C0-93F3-E8F3-C56AEA3AFCA4}"/>
                  </a:ext>
                </a:extLst>
              </p14:cNvPr>
              <p14:cNvContentPartPr/>
              <p14:nvPr/>
            </p14:nvContentPartPr>
            <p14:xfrm>
              <a:off x="8111497" y="2556476"/>
              <a:ext cx="360" cy="360"/>
            </p14:xfrm>
          </p:contentPart>
        </mc:Choice>
        <mc:Fallback xmlns="">
          <p:pic>
            <p:nvPicPr>
              <p:cNvPr id="67" name="Ink 66">
                <a:extLst>
                  <a:ext uri="{FF2B5EF4-FFF2-40B4-BE49-F238E27FC236}">
                    <a16:creationId xmlns:a16="http://schemas.microsoft.com/office/drawing/2014/main" id="{87E62D6B-B0C0-93F3-E8F3-C56AEA3AFCA4}"/>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8" name="Ink 67">
                <a:extLst>
                  <a:ext uri="{FF2B5EF4-FFF2-40B4-BE49-F238E27FC236}">
                    <a16:creationId xmlns:a16="http://schemas.microsoft.com/office/drawing/2014/main" id="{E29E4B69-B2DE-797F-AB94-F69E1BEA520D}"/>
                  </a:ext>
                </a:extLst>
              </p14:cNvPr>
              <p14:cNvContentPartPr/>
              <p14:nvPr/>
            </p14:nvContentPartPr>
            <p14:xfrm>
              <a:off x="8111497" y="2556476"/>
              <a:ext cx="360" cy="360"/>
            </p14:xfrm>
          </p:contentPart>
        </mc:Choice>
        <mc:Fallback xmlns="">
          <p:pic>
            <p:nvPicPr>
              <p:cNvPr id="68" name="Ink 67">
                <a:extLst>
                  <a:ext uri="{FF2B5EF4-FFF2-40B4-BE49-F238E27FC236}">
                    <a16:creationId xmlns:a16="http://schemas.microsoft.com/office/drawing/2014/main" id="{E29E4B69-B2DE-797F-AB94-F69E1BEA520D}"/>
                  </a:ext>
                </a:extLst>
              </p:cNvPr>
              <p:cNvPicPr/>
              <p:nvPr/>
            </p:nvPicPr>
            <p:blipFill>
              <a:blip r:embed="rId44"/>
              <a:stretch>
                <a:fillRect/>
              </a:stretch>
            </p:blipFill>
            <p:spPr>
              <a:xfrm>
                <a:off x="8021857" y="23764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98D74060-F840-2503-9CFE-8D5597B29223}"/>
                  </a:ext>
                </a:extLst>
              </p14:cNvPr>
              <p14:cNvContentPartPr/>
              <p14:nvPr/>
            </p14:nvContentPartPr>
            <p14:xfrm>
              <a:off x="8101777" y="2595356"/>
              <a:ext cx="360" cy="360"/>
            </p14:xfrm>
          </p:contentPart>
        </mc:Choice>
        <mc:Fallback xmlns="">
          <p:pic>
            <p:nvPicPr>
              <p:cNvPr id="69" name="Ink 68">
                <a:extLst>
                  <a:ext uri="{FF2B5EF4-FFF2-40B4-BE49-F238E27FC236}">
                    <a16:creationId xmlns:a16="http://schemas.microsoft.com/office/drawing/2014/main" id="{98D74060-F840-2503-9CFE-8D5597B29223}"/>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68AD11BC-2E2E-C65D-5896-CFF0CAB3C1E7}"/>
                  </a:ext>
                </a:extLst>
              </p14:cNvPr>
              <p14:cNvContentPartPr/>
              <p14:nvPr/>
            </p14:nvContentPartPr>
            <p14:xfrm>
              <a:off x="8101777" y="2595356"/>
              <a:ext cx="360" cy="360"/>
            </p14:xfrm>
          </p:contentPart>
        </mc:Choice>
        <mc:Fallback xmlns="">
          <p:pic>
            <p:nvPicPr>
              <p:cNvPr id="70" name="Ink 69">
                <a:extLst>
                  <a:ext uri="{FF2B5EF4-FFF2-40B4-BE49-F238E27FC236}">
                    <a16:creationId xmlns:a16="http://schemas.microsoft.com/office/drawing/2014/main" id="{68AD11BC-2E2E-C65D-5896-CFF0CAB3C1E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9B001F1C-35EE-B1CB-5A10-44AA4F0FAB08}"/>
                  </a:ext>
                </a:extLst>
              </p14:cNvPr>
              <p14:cNvContentPartPr/>
              <p14:nvPr/>
            </p14:nvContentPartPr>
            <p14:xfrm>
              <a:off x="8101777" y="2595356"/>
              <a:ext cx="360" cy="360"/>
            </p14:xfrm>
          </p:contentPart>
        </mc:Choice>
        <mc:Fallback xmlns="">
          <p:pic>
            <p:nvPicPr>
              <p:cNvPr id="71" name="Ink 70">
                <a:extLst>
                  <a:ext uri="{FF2B5EF4-FFF2-40B4-BE49-F238E27FC236}">
                    <a16:creationId xmlns:a16="http://schemas.microsoft.com/office/drawing/2014/main" id="{9B001F1C-35EE-B1CB-5A10-44AA4F0FAB08}"/>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E8D9B68C-20C8-2BB1-B882-CCB80ED94417}"/>
                  </a:ext>
                </a:extLst>
              </p14:cNvPr>
              <p14:cNvContentPartPr/>
              <p14:nvPr/>
            </p14:nvContentPartPr>
            <p14:xfrm>
              <a:off x="8101777" y="2595356"/>
              <a:ext cx="360" cy="360"/>
            </p14:xfrm>
          </p:contentPart>
        </mc:Choice>
        <mc:Fallback xmlns="">
          <p:pic>
            <p:nvPicPr>
              <p:cNvPr id="72" name="Ink 71">
                <a:extLst>
                  <a:ext uri="{FF2B5EF4-FFF2-40B4-BE49-F238E27FC236}">
                    <a16:creationId xmlns:a16="http://schemas.microsoft.com/office/drawing/2014/main" id="{E8D9B68C-20C8-2BB1-B882-CCB80ED94417}"/>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3" name="Ink 72">
                <a:extLst>
                  <a:ext uri="{FF2B5EF4-FFF2-40B4-BE49-F238E27FC236}">
                    <a16:creationId xmlns:a16="http://schemas.microsoft.com/office/drawing/2014/main" id="{0B744FC4-46D4-7C24-CC55-084CCB2ED6A5}"/>
                  </a:ext>
                </a:extLst>
              </p14:cNvPr>
              <p14:cNvContentPartPr/>
              <p14:nvPr/>
            </p14:nvContentPartPr>
            <p14:xfrm>
              <a:off x="8101777" y="2595356"/>
              <a:ext cx="360" cy="360"/>
            </p14:xfrm>
          </p:contentPart>
        </mc:Choice>
        <mc:Fallback xmlns="">
          <p:pic>
            <p:nvPicPr>
              <p:cNvPr id="73" name="Ink 72">
                <a:extLst>
                  <a:ext uri="{FF2B5EF4-FFF2-40B4-BE49-F238E27FC236}">
                    <a16:creationId xmlns:a16="http://schemas.microsoft.com/office/drawing/2014/main" id="{0B744FC4-46D4-7C24-CC55-084CCB2ED6A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4" name="Ink 73">
                <a:extLst>
                  <a:ext uri="{FF2B5EF4-FFF2-40B4-BE49-F238E27FC236}">
                    <a16:creationId xmlns:a16="http://schemas.microsoft.com/office/drawing/2014/main" id="{5035EA7D-A436-EF99-B910-8BEFC1B0CBCC}"/>
                  </a:ext>
                </a:extLst>
              </p14:cNvPr>
              <p14:cNvContentPartPr/>
              <p14:nvPr/>
            </p14:nvContentPartPr>
            <p14:xfrm>
              <a:off x="8101777" y="2595356"/>
              <a:ext cx="360" cy="360"/>
            </p14:xfrm>
          </p:contentPart>
        </mc:Choice>
        <mc:Fallback xmlns="">
          <p:pic>
            <p:nvPicPr>
              <p:cNvPr id="74" name="Ink 73">
                <a:extLst>
                  <a:ext uri="{FF2B5EF4-FFF2-40B4-BE49-F238E27FC236}">
                    <a16:creationId xmlns:a16="http://schemas.microsoft.com/office/drawing/2014/main" id="{5035EA7D-A436-EF99-B910-8BEFC1B0CBCC}"/>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5" name="Ink 74">
                <a:extLst>
                  <a:ext uri="{FF2B5EF4-FFF2-40B4-BE49-F238E27FC236}">
                    <a16:creationId xmlns:a16="http://schemas.microsoft.com/office/drawing/2014/main" id="{7D9F59CD-E753-4B29-7BC3-ADBCFE489A35}"/>
                  </a:ext>
                </a:extLst>
              </p14:cNvPr>
              <p14:cNvContentPartPr/>
              <p14:nvPr/>
            </p14:nvContentPartPr>
            <p14:xfrm>
              <a:off x="8101777" y="2595356"/>
              <a:ext cx="360" cy="360"/>
            </p14:xfrm>
          </p:contentPart>
        </mc:Choice>
        <mc:Fallback xmlns="">
          <p:pic>
            <p:nvPicPr>
              <p:cNvPr id="75" name="Ink 74">
                <a:extLst>
                  <a:ext uri="{FF2B5EF4-FFF2-40B4-BE49-F238E27FC236}">
                    <a16:creationId xmlns:a16="http://schemas.microsoft.com/office/drawing/2014/main" id="{7D9F59CD-E753-4B29-7BC3-ADBCFE489A35}"/>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6" name="Ink 75">
                <a:extLst>
                  <a:ext uri="{FF2B5EF4-FFF2-40B4-BE49-F238E27FC236}">
                    <a16:creationId xmlns:a16="http://schemas.microsoft.com/office/drawing/2014/main" id="{7F503881-87E8-46EB-ED2C-36AF1381B859}"/>
                  </a:ext>
                </a:extLst>
              </p14:cNvPr>
              <p14:cNvContentPartPr/>
              <p14:nvPr/>
            </p14:nvContentPartPr>
            <p14:xfrm>
              <a:off x="8101777" y="2595356"/>
              <a:ext cx="360" cy="360"/>
            </p14:xfrm>
          </p:contentPart>
        </mc:Choice>
        <mc:Fallback xmlns="">
          <p:pic>
            <p:nvPicPr>
              <p:cNvPr id="76" name="Ink 75">
                <a:extLst>
                  <a:ext uri="{FF2B5EF4-FFF2-40B4-BE49-F238E27FC236}">
                    <a16:creationId xmlns:a16="http://schemas.microsoft.com/office/drawing/2014/main" id="{7F503881-87E8-46EB-ED2C-36AF1381B859}"/>
                  </a:ext>
                </a:extLst>
              </p:cNvPr>
              <p:cNvPicPr/>
              <p:nvPr/>
            </p:nvPicPr>
            <p:blipFill>
              <a:blip r:embed="rId44"/>
              <a:stretch>
                <a:fillRect/>
              </a:stretch>
            </p:blipFill>
            <p:spPr>
              <a:xfrm>
                <a:off x="8011777" y="24157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7" name="Ink 76">
                <a:extLst>
                  <a:ext uri="{FF2B5EF4-FFF2-40B4-BE49-F238E27FC236}">
                    <a16:creationId xmlns:a16="http://schemas.microsoft.com/office/drawing/2014/main" id="{7D7FD21A-6E87-E196-EA9E-87177EFB9769}"/>
                  </a:ext>
                </a:extLst>
              </p14:cNvPr>
              <p14:cNvContentPartPr/>
              <p14:nvPr/>
            </p14:nvContentPartPr>
            <p14:xfrm>
              <a:off x="7108537" y="1838636"/>
              <a:ext cx="360" cy="360"/>
            </p14:xfrm>
          </p:contentPart>
        </mc:Choice>
        <mc:Fallback xmlns="">
          <p:pic>
            <p:nvPicPr>
              <p:cNvPr id="77" name="Ink 76">
                <a:extLst>
                  <a:ext uri="{FF2B5EF4-FFF2-40B4-BE49-F238E27FC236}">
                    <a16:creationId xmlns:a16="http://schemas.microsoft.com/office/drawing/2014/main" id="{7D7FD21A-6E87-E196-EA9E-87177EFB9769}"/>
                  </a:ext>
                </a:extLst>
              </p:cNvPr>
              <p:cNvPicPr/>
              <p:nvPr/>
            </p:nvPicPr>
            <p:blipFill>
              <a:blip r:embed="rId44"/>
              <a:stretch>
                <a:fillRect/>
              </a:stretch>
            </p:blipFill>
            <p:spPr>
              <a:xfrm>
                <a:off x="7018897" y="16589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Ink 77">
                <a:extLst>
                  <a:ext uri="{FF2B5EF4-FFF2-40B4-BE49-F238E27FC236}">
                    <a16:creationId xmlns:a16="http://schemas.microsoft.com/office/drawing/2014/main" id="{67B4C623-6314-7FBC-662E-54B06F72307B}"/>
                  </a:ext>
                </a:extLst>
              </p14:cNvPr>
              <p14:cNvContentPartPr/>
              <p14:nvPr/>
            </p14:nvContentPartPr>
            <p14:xfrm>
              <a:off x="2153137" y="4965236"/>
              <a:ext cx="360" cy="360"/>
            </p14:xfrm>
          </p:contentPart>
        </mc:Choice>
        <mc:Fallback xmlns="">
          <p:pic>
            <p:nvPicPr>
              <p:cNvPr id="78" name="Ink 77">
                <a:extLst>
                  <a:ext uri="{FF2B5EF4-FFF2-40B4-BE49-F238E27FC236}">
                    <a16:creationId xmlns:a16="http://schemas.microsoft.com/office/drawing/2014/main" id="{67B4C623-6314-7FBC-662E-54B06F72307B}"/>
                  </a:ext>
                </a:extLst>
              </p:cNvPr>
              <p:cNvPicPr/>
              <p:nvPr/>
            </p:nvPicPr>
            <p:blipFill>
              <a:blip r:embed="rId44"/>
              <a:stretch>
                <a:fillRect/>
              </a:stretch>
            </p:blipFill>
            <p:spPr>
              <a:xfrm>
                <a:off x="2063497" y="47855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703A26EF-1A89-F620-5220-506B1F4B4735}"/>
                  </a:ext>
                </a:extLst>
              </p14:cNvPr>
              <p14:cNvContentPartPr/>
              <p14:nvPr/>
            </p14:nvContentPartPr>
            <p14:xfrm>
              <a:off x="4886960" y="5242320"/>
              <a:ext cx="360" cy="360"/>
            </p14:xfrm>
          </p:contentPart>
        </mc:Choice>
        <mc:Fallback xmlns="">
          <p:pic>
            <p:nvPicPr>
              <p:cNvPr id="79" name="Ink 78">
                <a:extLst>
                  <a:ext uri="{FF2B5EF4-FFF2-40B4-BE49-F238E27FC236}">
                    <a16:creationId xmlns:a16="http://schemas.microsoft.com/office/drawing/2014/main" id="{703A26EF-1A89-F620-5220-506B1F4B4735}"/>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Ink 79">
                <a:extLst>
                  <a:ext uri="{FF2B5EF4-FFF2-40B4-BE49-F238E27FC236}">
                    <a16:creationId xmlns:a16="http://schemas.microsoft.com/office/drawing/2014/main" id="{D2440808-E246-DB44-9981-E0169803C4EA}"/>
                  </a:ext>
                </a:extLst>
              </p14:cNvPr>
              <p14:cNvContentPartPr/>
              <p14:nvPr/>
            </p14:nvContentPartPr>
            <p14:xfrm>
              <a:off x="4886960" y="5242320"/>
              <a:ext cx="360" cy="360"/>
            </p14:xfrm>
          </p:contentPart>
        </mc:Choice>
        <mc:Fallback xmlns="">
          <p:pic>
            <p:nvPicPr>
              <p:cNvPr id="80" name="Ink 79">
                <a:extLst>
                  <a:ext uri="{FF2B5EF4-FFF2-40B4-BE49-F238E27FC236}">
                    <a16:creationId xmlns:a16="http://schemas.microsoft.com/office/drawing/2014/main" id="{D2440808-E246-DB44-9981-E0169803C4EA}"/>
                  </a:ext>
                </a:extLst>
              </p:cNvPr>
              <p:cNvPicPr/>
              <p:nvPr/>
            </p:nvPicPr>
            <p:blipFill>
              <a:blip r:embed="rId44"/>
              <a:stretch>
                <a:fillRect/>
              </a:stretch>
            </p:blipFill>
            <p:spPr>
              <a:xfrm>
                <a:off x="4796960" y="50623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1" name="Ink 80">
                <a:extLst>
                  <a:ext uri="{FF2B5EF4-FFF2-40B4-BE49-F238E27FC236}">
                    <a16:creationId xmlns:a16="http://schemas.microsoft.com/office/drawing/2014/main" id="{84ADD22A-927B-E14C-F06F-C7E43D48EBD2}"/>
                  </a:ext>
                </a:extLst>
              </p14:cNvPr>
              <p14:cNvContentPartPr/>
              <p14:nvPr/>
            </p14:nvContentPartPr>
            <p14:xfrm>
              <a:off x="8381840" y="2356920"/>
              <a:ext cx="360" cy="360"/>
            </p14:xfrm>
          </p:contentPart>
        </mc:Choice>
        <mc:Fallback xmlns="">
          <p:pic>
            <p:nvPicPr>
              <p:cNvPr id="81" name="Ink 80">
                <a:extLst>
                  <a:ext uri="{FF2B5EF4-FFF2-40B4-BE49-F238E27FC236}">
                    <a16:creationId xmlns:a16="http://schemas.microsoft.com/office/drawing/2014/main" id="{84ADD22A-927B-E14C-F06F-C7E43D48EBD2}"/>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2" name="Ink 81">
                <a:extLst>
                  <a:ext uri="{FF2B5EF4-FFF2-40B4-BE49-F238E27FC236}">
                    <a16:creationId xmlns:a16="http://schemas.microsoft.com/office/drawing/2014/main" id="{E0D70ED5-32EE-2911-88B1-41232A321789}"/>
                  </a:ext>
                </a:extLst>
              </p14:cNvPr>
              <p14:cNvContentPartPr/>
              <p14:nvPr/>
            </p14:nvContentPartPr>
            <p14:xfrm>
              <a:off x="8381840" y="2356920"/>
              <a:ext cx="360" cy="360"/>
            </p14:xfrm>
          </p:contentPart>
        </mc:Choice>
        <mc:Fallback xmlns="">
          <p:pic>
            <p:nvPicPr>
              <p:cNvPr id="82" name="Ink 81">
                <a:extLst>
                  <a:ext uri="{FF2B5EF4-FFF2-40B4-BE49-F238E27FC236}">
                    <a16:creationId xmlns:a16="http://schemas.microsoft.com/office/drawing/2014/main" id="{E0D70ED5-32EE-2911-88B1-41232A321789}"/>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3" name="Ink 82">
                <a:extLst>
                  <a:ext uri="{FF2B5EF4-FFF2-40B4-BE49-F238E27FC236}">
                    <a16:creationId xmlns:a16="http://schemas.microsoft.com/office/drawing/2014/main" id="{FDBC8BA9-B6E1-8E57-17A4-3FB2C7385F15}"/>
                  </a:ext>
                </a:extLst>
              </p14:cNvPr>
              <p14:cNvContentPartPr/>
              <p14:nvPr/>
            </p14:nvContentPartPr>
            <p14:xfrm>
              <a:off x="8381840" y="2356920"/>
              <a:ext cx="360" cy="360"/>
            </p14:xfrm>
          </p:contentPart>
        </mc:Choice>
        <mc:Fallback xmlns="">
          <p:pic>
            <p:nvPicPr>
              <p:cNvPr id="83" name="Ink 82">
                <a:extLst>
                  <a:ext uri="{FF2B5EF4-FFF2-40B4-BE49-F238E27FC236}">
                    <a16:creationId xmlns:a16="http://schemas.microsoft.com/office/drawing/2014/main" id="{FDBC8BA9-B6E1-8E57-17A4-3FB2C7385F15}"/>
                  </a:ext>
                </a:extLst>
              </p:cNvPr>
              <p:cNvPicPr/>
              <p:nvPr/>
            </p:nvPicPr>
            <p:blipFill>
              <a:blip r:embed="rId44"/>
              <a:stretch>
                <a:fillRect/>
              </a:stretch>
            </p:blipFill>
            <p:spPr>
              <a:xfrm>
                <a:off x="8291840" y="21772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04E58B57-3422-9418-CEC2-D1A636D4CA2A}"/>
                  </a:ext>
                </a:extLst>
              </p14:cNvPr>
              <p14:cNvContentPartPr/>
              <p14:nvPr/>
            </p14:nvContentPartPr>
            <p14:xfrm>
              <a:off x="8381840" y="2427840"/>
              <a:ext cx="360" cy="360"/>
            </p14:xfrm>
          </p:contentPart>
        </mc:Choice>
        <mc:Fallback xmlns="">
          <p:pic>
            <p:nvPicPr>
              <p:cNvPr id="84" name="Ink 83">
                <a:extLst>
                  <a:ext uri="{FF2B5EF4-FFF2-40B4-BE49-F238E27FC236}">
                    <a16:creationId xmlns:a16="http://schemas.microsoft.com/office/drawing/2014/main" id="{04E58B57-3422-9418-CEC2-D1A636D4CA2A}"/>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0B385B68-B7EA-CD2F-C563-8C59A55BA196}"/>
                  </a:ext>
                </a:extLst>
              </p14:cNvPr>
              <p14:cNvContentPartPr/>
              <p14:nvPr/>
            </p14:nvContentPartPr>
            <p14:xfrm>
              <a:off x="8381840" y="2427840"/>
              <a:ext cx="360" cy="360"/>
            </p14:xfrm>
          </p:contentPart>
        </mc:Choice>
        <mc:Fallback xmlns="">
          <p:pic>
            <p:nvPicPr>
              <p:cNvPr id="85" name="Ink 84">
                <a:extLst>
                  <a:ext uri="{FF2B5EF4-FFF2-40B4-BE49-F238E27FC236}">
                    <a16:creationId xmlns:a16="http://schemas.microsoft.com/office/drawing/2014/main" id="{0B385B68-B7EA-CD2F-C563-8C59A55BA196}"/>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6" name="Ink 85">
                <a:extLst>
                  <a:ext uri="{FF2B5EF4-FFF2-40B4-BE49-F238E27FC236}">
                    <a16:creationId xmlns:a16="http://schemas.microsoft.com/office/drawing/2014/main" id="{1DE2837D-16BC-B50B-F3FB-86CC3295EA84}"/>
                  </a:ext>
                </a:extLst>
              </p14:cNvPr>
              <p14:cNvContentPartPr/>
              <p14:nvPr/>
            </p14:nvContentPartPr>
            <p14:xfrm>
              <a:off x="8381840" y="2427840"/>
              <a:ext cx="360" cy="360"/>
            </p14:xfrm>
          </p:contentPart>
        </mc:Choice>
        <mc:Fallback xmlns="">
          <p:pic>
            <p:nvPicPr>
              <p:cNvPr id="86" name="Ink 85">
                <a:extLst>
                  <a:ext uri="{FF2B5EF4-FFF2-40B4-BE49-F238E27FC236}">
                    <a16:creationId xmlns:a16="http://schemas.microsoft.com/office/drawing/2014/main" id="{1DE2837D-16BC-B50B-F3FB-86CC3295EA84}"/>
                  </a:ext>
                </a:extLst>
              </p:cNvPr>
              <p:cNvPicPr/>
              <p:nvPr/>
            </p:nvPicPr>
            <p:blipFill>
              <a:blip r:embed="rId44"/>
              <a:stretch>
                <a:fillRect/>
              </a:stretch>
            </p:blipFill>
            <p:spPr>
              <a:xfrm>
                <a:off x="8291840" y="2248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7" name="Ink 86">
                <a:extLst>
                  <a:ext uri="{FF2B5EF4-FFF2-40B4-BE49-F238E27FC236}">
                    <a16:creationId xmlns:a16="http://schemas.microsoft.com/office/drawing/2014/main" id="{412A7E69-F760-581A-E09B-0B47535E53C5}"/>
                  </a:ext>
                </a:extLst>
              </p14:cNvPr>
              <p14:cNvContentPartPr/>
              <p14:nvPr/>
            </p14:nvContentPartPr>
            <p14:xfrm>
              <a:off x="8391920" y="2539800"/>
              <a:ext cx="360" cy="360"/>
            </p14:xfrm>
          </p:contentPart>
        </mc:Choice>
        <mc:Fallback xmlns="">
          <p:pic>
            <p:nvPicPr>
              <p:cNvPr id="87" name="Ink 86">
                <a:extLst>
                  <a:ext uri="{FF2B5EF4-FFF2-40B4-BE49-F238E27FC236}">
                    <a16:creationId xmlns:a16="http://schemas.microsoft.com/office/drawing/2014/main" id="{412A7E69-F760-581A-E09B-0B47535E53C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79287078-7C19-10E7-8D75-5A6F81497F81}"/>
                  </a:ext>
                </a:extLst>
              </p14:cNvPr>
              <p14:cNvContentPartPr/>
              <p14:nvPr/>
            </p14:nvContentPartPr>
            <p14:xfrm>
              <a:off x="8391920" y="2539800"/>
              <a:ext cx="360" cy="360"/>
            </p14:xfrm>
          </p:contentPart>
        </mc:Choice>
        <mc:Fallback xmlns="">
          <p:pic>
            <p:nvPicPr>
              <p:cNvPr id="88" name="Ink 87">
                <a:extLst>
                  <a:ext uri="{FF2B5EF4-FFF2-40B4-BE49-F238E27FC236}">
                    <a16:creationId xmlns:a16="http://schemas.microsoft.com/office/drawing/2014/main" id="{79287078-7C19-10E7-8D75-5A6F81497F81}"/>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9" name="Ink 88">
                <a:extLst>
                  <a:ext uri="{FF2B5EF4-FFF2-40B4-BE49-F238E27FC236}">
                    <a16:creationId xmlns:a16="http://schemas.microsoft.com/office/drawing/2014/main" id="{E7EE069B-15F2-825C-E916-FCB1D0B3D468}"/>
                  </a:ext>
                </a:extLst>
              </p14:cNvPr>
              <p14:cNvContentPartPr/>
              <p14:nvPr/>
            </p14:nvContentPartPr>
            <p14:xfrm>
              <a:off x="8391920" y="2539800"/>
              <a:ext cx="360" cy="360"/>
            </p14:xfrm>
          </p:contentPart>
        </mc:Choice>
        <mc:Fallback xmlns="">
          <p:pic>
            <p:nvPicPr>
              <p:cNvPr id="89" name="Ink 88">
                <a:extLst>
                  <a:ext uri="{FF2B5EF4-FFF2-40B4-BE49-F238E27FC236}">
                    <a16:creationId xmlns:a16="http://schemas.microsoft.com/office/drawing/2014/main" id="{E7EE069B-15F2-825C-E916-FCB1D0B3D46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Ink 89">
                <a:extLst>
                  <a:ext uri="{FF2B5EF4-FFF2-40B4-BE49-F238E27FC236}">
                    <a16:creationId xmlns:a16="http://schemas.microsoft.com/office/drawing/2014/main" id="{E1B64277-5208-0298-24CF-9B2D0FB19A75}"/>
                  </a:ext>
                </a:extLst>
              </p14:cNvPr>
              <p14:cNvContentPartPr/>
              <p14:nvPr/>
            </p14:nvContentPartPr>
            <p14:xfrm>
              <a:off x="8391920" y="2539800"/>
              <a:ext cx="360" cy="360"/>
            </p14:xfrm>
          </p:contentPart>
        </mc:Choice>
        <mc:Fallback xmlns="">
          <p:pic>
            <p:nvPicPr>
              <p:cNvPr id="90" name="Ink 89">
                <a:extLst>
                  <a:ext uri="{FF2B5EF4-FFF2-40B4-BE49-F238E27FC236}">
                    <a16:creationId xmlns:a16="http://schemas.microsoft.com/office/drawing/2014/main" id="{E1B64277-5208-0298-24CF-9B2D0FB19A75}"/>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1" name="Ink 90">
                <a:extLst>
                  <a:ext uri="{FF2B5EF4-FFF2-40B4-BE49-F238E27FC236}">
                    <a16:creationId xmlns:a16="http://schemas.microsoft.com/office/drawing/2014/main" id="{68BA709E-FCCA-C87A-1CD0-89EA0B8EAA08}"/>
                  </a:ext>
                </a:extLst>
              </p14:cNvPr>
              <p14:cNvContentPartPr/>
              <p14:nvPr/>
            </p14:nvContentPartPr>
            <p14:xfrm>
              <a:off x="8391920" y="2539800"/>
              <a:ext cx="360" cy="360"/>
            </p14:xfrm>
          </p:contentPart>
        </mc:Choice>
        <mc:Fallback xmlns="">
          <p:pic>
            <p:nvPicPr>
              <p:cNvPr id="91" name="Ink 90">
                <a:extLst>
                  <a:ext uri="{FF2B5EF4-FFF2-40B4-BE49-F238E27FC236}">
                    <a16:creationId xmlns:a16="http://schemas.microsoft.com/office/drawing/2014/main" id="{68BA709E-FCCA-C87A-1CD0-89EA0B8EAA08}"/>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2" name="Ink 91">
                <a:extLst>
                  <a:ext uri="{FF2B5EF4-FFF2-40B4-BE49-F238E27FC236}">
                    <a16:creationId xmlns:a16="http://schemas.microsoft.com/office/drawing/2014/main" id="{9DF50705-6F9A-D88B-0A5C-8EDC7EBDED52}"/>
                  </a:ext>
                </a:extLst>
              </p14:cNvPr>
              <p14:cNvContentPartPr/>
              <p14:nvPr/>
            </p14:nvContentPartPr>
            <p14:xfrm>
              <a:off x="8391920" y="2539800"/>
              <a:ext cx="360" cy="360"/>
            </p14:xfrm>
          </p:contentPart>
        </mc:Choice>
        <mc:Fallback xmlns="">
          <p:pic>
            <p:nvPicPr>
              <p:cNvPr id="92" name="Ink 91">
                <a:extLst>
                  <a:ext uri="{FF2B5EF4-FFF2-40B4-BE49-F238E27FC236}">
                    <a16:creationId xmlns:a16="http://schemas.microsoft.com/office/drawing/2014/main" id="{9DF50705-6F9A-D88B-0A5C-8EDC7EBDED52}"/>
                  </a:ext>
                </a:extLst>
              </p:cNvPr>
              <p:cNvPicPr/>
              <p:nvPr/>
            </p:nvPicPr>
            <p:blipFill>
              <a:blip r:embed="rId44"/>
              <a:stretch>
                <a:fillRect/>
              </a:stretch>
            </p:blipFill>
            <p:spPr>
              <a:xfrm>
                <a:off x="8301920" y="236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93" name="Ink 92">
                <a:extLst>
                  <a:ext uri="{FF2B5EF4-FFF2-40B4-BE49-F238E27FC236}">
                    <a16:creationId xmlns:a16="http://schemas.microsoft.com/office/drawing/2014/main" id="{B4D9E698-F284-B84A-23DA-1C3A720AEE41}"/>
                  </a:ext>
                </a:extLst>
              </p14:cNvPr>
              <p14:cNvContentPartPr/>
              <p14:nvPr/>
            </p14:nvContentPartPr>
            <p14:xfrm>
              <a:off x="8402360" y="2458800"/>
              <a:ext cx="360" cy="360"/>
            </p14:xfrm>
          </p:contentPart>
        </mc:Choice>
        <mc:Fallback xmlns="">
          <p:pic>
            <p:nvPicPr>
              <p:cNvPr id="93" name="Ink 92">
                <a:extLst>
                  <a:ext uri="{FF2B5EF4-FFF2-40B4-BE49-F238E27FC236}">
                    <a16:creationId xmlns:a16="http://schemas.microsoft.com/office/drawing/2014/main" id="{B4D9E698-F284-B84A-23DA-1C3A720AEE41}"/>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4" name="Ink 93">
                <a:extLst>
                  <a:ext uri="{FF2B5EF4-FFF2-40B4-BE49-F238E27FC236}">
                    <a16:creationId xmlns:a16="http://schemas.microsoft.com/office/drawing/2014/main" id="{5C1B614F-7561-1D9B-EE30-ADB5768B646E}"/>
                  </a:ext>
                </a:extLst>
              </p14:cNvPr>
              <p14:cNvContentPartPr/>
              <p14:nvPr/>
            </p14:nvContentPartPr>
            <p14:xfrm>
              <a:off x="8402360" y="2458800"/>
              <a:ext cx="360" cy="360"/>
            </p14:xfrm>
          </p:contentPart>
        </mc:Choice>
        <mc:Fallback xmlns="">
          <p:pic>
            <p:nvPicPr>
              <p:cNvPr id="94" name="Ink 93">
                <a:extLst>
                  <a:ext uri="{FF2B5EF4-FFF2-40B4-BE49-F238E27FC236}">
                    <a16:creationId xmlns:a16="http://schemas.microsoft.com/office/drawing/2014/main" id="{5C1B614F-7561-1D9B-EE30-ADB5768B64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95" name="Ink 94">
                <a:extLst>
                  <a:ext uri="{FF2B5EF4-FFF2-40B4-BE49-F238E27FC236}">
                    <a16:creationId xmlns:a16="http://schemas.microsoft.com/office/drawing/2014/main" id="{07BA0C01-D04C-0438-896A-4DEC2FE1B96E}"/>
                  </a:ext>
                </a:extLst>
              </p14:cNvPr>
              <p14:cNvContentPartPr/>
              <p14:nvPr/>
            </p14:nvContentPartPr>
            <p14:xfrm>
              <a:off x="8402360" y="2458800"/>
              <a:ext cx="360" cy="360"/>
            </p14:xfrm>
          </p:contentPart>
        </mc:Choice>
        <mc:Fallback xmlns="">
          <p:pic>
            <p:nvPicPr>
              <p:cNvPr id="95" name="Ink 94">
                <a:extLst>
                  <a:ext uri="{FF2B5EF4-FFF2-40B4-BE49-F238E27FC236}">
                    <a16:creationId xmlns:a16="http://schemas.microsoft.com/office/drawing/2014/main" id="{07BA0C01-D04C-0438-896A-4DEC2FE1B96E}"/>
                  </a:ext>
                </a:extLst>
              </p:cNvPr>
              <p:cNvPicPr/>
              <p:nvPr/>
            </p:nvPicPr>
            <p:blipFill>
              <a:blip r:embed="rId44"/>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6" name="Ink 95">
                <a:extLst>
                  <a:ext uri="{FF2B5EF4-FFF2-40B4-BE49-F238E27FC236}">
                    <a16:creationId xmlns:a16="http://schemas.microsoft.com/office/drawing/2014/main" id="{E3A4EE67-FF6E-0E7F-01E0-1412400D58E6}"/>
                  </a:ext>
                </a:extLst>
              </p14:cNvPr>
              <p14:cNvContentPartPr/>
              <p14:nvPr/>
            </p14:nvContentPartPr>
            <p14:xfrm>
              <a:off x="8402360" y="2458800"/>
              <a:ext cx="360" cy="360"/>
            </p14:xfrm>
          </p:contentPart>
        </mc:Choice>
        <mc:Fallback xmlns="">
          <p:pic>
            <p:nvPicPr>
              <p:cNvPr id="96" name="Ink 95">
                <a:extLst>
                  <a:ext uri="{FF2B5EF4-FFF2-40B4-BE49-F238E27FC236}">
                    <a16:creationId xmlns:a16="http://schemas.microsoft.com/office/drawing/2014/main" id="{E3A4EE67-FF6E-0E7F-01E0-1412400D58E6}"/>
                  </a:ext>
                </a:extLst>
              </p:cNvPr>
              <p:cNvPicPr/>
              <p:nvPr/>
            </p:nvPicPr>
            <p:blipFill>
              <a:blip r:embed="rId80"/>
              <a:stretch>
                <a:fillRect/>
              </a:stretch>
            </p:blipFill>
            <p:spPr>
              <a:xfrm>
                <a:off x="8312720" y="22788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7" name="Ink 96">
                <a:extLst>
                  <a:ext uri="{FF2B5EF4-FFF2-40B4-BE49-F238E27FC236}">
                    <a16:creationId xmlns:a16="http://schemas.microsoft.com/office/drawing/2014/main" id="{0E17708E-73DC-3B0C-94FE-26FF55334B2D}"/>
                  </a:ext>
                </a:extLst>
              </p14:cNvPr>
              <p14:cNvContentPartPr/>
              <p14:nvPr/>
            </p14:nvContentPartPr>
            <p14:xfrm>
              <a:off x="8092400" y="2417040"/>
              <a:ext cx="310320" cy="42120"/>
            </p14:xfrm>
          </p:contentPart>
        </mc:Choice>
        <mc:Fallback xmlns="">
          <p:pic>
            <p:nvPicPr>
              <p:cNvPr id="97" name="Ink 96">
                <a:extLst>
                  <a:ext uri="{FF2B5EF4-FFF2-40B4-BE49-F238E27FC236}">
                    <a16:creationId xmlns:a16="http://schemas.microsoft.com/office/drawing/2014/main" id="{0E17708E-73DC-3B0C-94FE-26FF55334B2D}"/>
                  </a:ext>
                </a:extLst>
              </p:cNvPr>
              <p:cNvPicPr/>
              <p:nvPr/>
            </p:nvPicPr>
            <p:blipFill>
              <a:blip r:embed="rId82"/>
              <a:stretch>
                <a:fillRect/>
              </a:stretch>
            </p:blipFill>
            <p:spPr>
              <a:xfrm>
                <a:off x="8002760" y="2237400"/>
                <a:ext cx="48996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8" name="Ink 97">
                <a:extLst>
                  <a:ext uri="{FF2B5EF4-FFF2-40B4-BE49-F238E27FC236}">
                    <a16:creationId xmlns:a16="http://schemas.microsoft.com/office/drawing/2014/main" id="{D941445F-CC1D-5688-B676-031E1B73B9DB}"/>
                  </a:ext>
                </a:extLst>
              </p14:cNvPr>
              <p14:cNvContentPartPr/>
              <p14:nvPr/>
            </p14:nvContentPartPr>
            <p14:xfrm>
              <a:off x="8391920" y="2417760"/>
              <a:ext cx="360" cy="360"/>
            </p14:xfrm>
          </p:contentPart>
        </mc:Choice>
        <mc:Fallback xmlns="">
          <p:pic>
            <p:nvPicPr>
              <p:cNvPr id="98" name="Ink 97">
                <a:extLst>
                  <a:ext uri="{FF2B5EF4-FFF2-40B4-BE49-F238E27FC236}">
                    <a16:creationId xmlns:a16="http://schemas.microsoft.com/office/drawing/2014/main" id="{D941445F-CC1D-5688-B676-031E1B73B9DB}"/>
                  </a:ext>
                </a:extLst>
              </p:cNvPr>
              <p:cNvPicPr/>
              <p:nvPr/>
            </p:nvPicPr>
            <p:blipFill>
              <a:blip r:embed="rId84"/>
              <a:stretch>
                <a:fillRect/>
              </a:stretch>
            </p:blipFill>
            <p:spPr>
              <a:xfrm>
                <a:off x="8301920" y="2238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9" name="Ink 98">
                <a:extLst>
                  <a:ext uri="{FF2B5EF4-FFF2-40B4-BE49-F238E27FC236}">
                    <a16:creationId xmlns:a16="http://schemas.microsoft.com/office/drawing/2014/main" id="{393AE015-08F9-DD36-2384-BD9E18C535E4}"/>
                  </a:ext>
                </a:extLst>
              </p14:cNvPr>
              <p14:cNvContentPartPr/>
              <p14:nvPr/>
            </p14:nvContentPartPr>
            <p14:xfrm>
              <a:off x="8391920" y="2377080"/>
              <a:ext cx="360" cy="360"/>
            </p14:xfrm>
          </p:contentPart>
        </mc:Choice>
        <mc:Fallback xmlns="">
          <p:pic>
            <p:nvPicPr>
              <p:cNvPr id="99" name="Ink 98">
                <a:extLst>
                  <a:ext uri="{FF2B5EF4-FFF2-40B4-BE49-F238E27FC236}">
                    <a16:creationId xmlns:a16="http://schemas.microsoft.com/office/drawing/2014/main" id="{393AE015-08F9-DD36-2384-BD9E18C535E4}"/>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0" name="Ink 99">
                <a:extLst>
                  <a:ext uri="{FF2B5EF4-FFF2-40B4-BE49-F238E27FC236}">
                    <a16:creationId xmlns:a16="http://schemas.microsoft.com/office/drawing/2014/main" id="{26B10D20-A6E7-742C-A624-A22C826CEEE7}"/>
                  </a:ext>
                </a:extLst>
              </p14:cNvPr>
              <p14:cNvContentPartPr/>
              <p14:nvPr/>
            </p14:nvContentPartPr>
            <p14:xfrm>
              <a:off x="8391920" y="2377080"/>
              <a:ext cx="360" cy="360"/>
            </p14:xfrm>
          </p:contentPart>
        </mc:Choice>
        <mc:Fallback xmlns="">
          <p:pic>
            <p:nvPicPr>
              <p:cNvPr id="100" name="Ink 99">
                <a:extLst>
                  <a:ext uri="{FF2B5EF4-FFF2-40B4-BE49-F238E27FC236}">
                    <a16:creationId xmlns:a16="http://schemas.microsoft.com/office/drawing/2014/main" id="{26B10D20-A6E7-742C-A624-A22C826CEEE7}"/>
                  </a:ext>
                </a:extLst>
              </p:cNvPr>
              <p:cNvPicPr/>
              <p:nvPr/>
            </p:nvPicPr>
            <p:blipFill>
              <a:blip r:embed="rId44"/>
              <a:stretch>
                <a:fillRect/>
              </a:stretch>
            </p:blipFill>
            <p:spPr>
              <a:xfrm>
                <a:off x="8301920" y="2197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1" name="Ink 100">
                <a:extLst>
                  <a:ext uri="{FF2B5EF4-FFF2-40B4-BE49-F238E27FC236}">
                    <a16:creationId xmlns:a16="http://schemas.microsoft.com/office/drawing/2014/main" id="{C954EAC7-7765-CB93-3A55-1BE5D26D6CA9}"/>
                  </a:ext>
                </a:extLst>
              </p14:cNvPr>
              <p14:cNvContentPartPr/>
              <p14:nvPr/>
            </p14:nvContentPartPr>
            <p14:xfrm>
              <a:off x="8381840" y="2570400"/>
              <a:ext cx="360" cy="360"/>
            </p14:xfrm>
          </p:contentPart>
        </mc:Choice>
        <mc:Fallback xmlns="">
          <p:pic>
            <p:nvPicPr>
              <p:cNvPr id="101" name="Ink 100">
                <a:extLst>
                  <a:ext uri="{FF2B5EF4-FFF2-40B4-BE49-F238E27FC236}">
                    <a16:creationId xmlns:a16="http://schemas.microsoft.com/office/drawing/2014/main" id="{C954EAC7-7765-CB93-3A55-1BE5D26D6CA9}"/>
                  </a:ext>
                </a:extLst>
              </p:cNvPr>
              <p:cNvPicPr/>
              <p:nvPr/>
            </p:nvPicPr>
            <p:blipFill>
              <a:blip r:embed="rId44"/>
              <a:stretch>
                <a:fillRect/>
              </a:stretch>
            </p:blipFill>
            <p:spPr>
              <a:xfrm>
                <a:off x="8291840" y="23907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2" name="Ink 101">
                <a:extLst>
                  <a:ext uri="{FF2B5EF4-FFF2-40B4-BE49-F238E27FC236}">
                    <a16:creationId xmlns:a16="http://schemas.microsoft.com/office/drawing/2014/main" id="{AF3555D0-A900-6319-481E-82C4345C5284}"/>
                  </a:ext>
                </a:extLst>
              </p14:cNvPr>
              <p14:cNvContentPartPr/>
              <p14:nvPr/>
            </p14:nvContentPartPr>
            <p14:xfrm>
              <a:off x="8402360" y="2590560"/>
              <a:ext cx="360" cy="360"/>
            </p14:xfrm>
          </p:contentPart>
        </mc:Choice>
        <mc:Fallback xmlns="">
          <p:pic>
            <p:nvPicPr>
              <p:cNvPr id="102" name="Ink 101">
                <a:extLst>
                  <a:ext uri="{FF2B5EF4-FFF2-40B4-BE49-F238E27FC236}">
                    <a16:creationId xmlns:a16="http://schemas.microsoft.com/office/drawing/2014/main" id="{AF3555D0-A900-6319-481E-82C4345C5284}"/>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3" name="Ink 102">
                <a:extLst>
                  <a:ext uri="{FF2B5EF4-FFF2-40B4-BE49-F238E27FC236}">
                    <a16:creationId xmlns:a16="http://schemas.microsoft.com/office/drawing/2014/main" id="{3106CFCD-5E06-26A9-DE79-FA7AFCBBCEE1}"/>
                  </a:ext>
                </a:extLst>
              </p14:cNvPr>
              <p14:cNvContentPartPr/>
              <p14:nvPr/>
            </p14:nvContentPartPr>
            <p14:xfrm>
              <a:off x="8402360" y="2590560"/>
              <a:ext cx="360" cy="360"/>
            </p14:xfrm>
          </p:contentPart>
        </mc:Choice>
        <mc:Fallback xmlns="">
          <p:pic>
            <p:nvPicPr>
              <p:cNvPr id="103" name="Ink 102">
                <a:extLst>
                  <a:ext uri="{FF2B5EF4-FFF2-40B4-BE49-F238E27FC236}">
                    <a16:creationId xmlns:a16="http://schemas.microsoft.com/office/drawing/2014/main" id="{3106CFCD-5E06-26A9-DE79-FA7AFCBBCEE1}"/>
                  </a:ext>
                </a:extLst>
              </p:cNvPr>
              <p:cNvPicPr/>
              <p:nvPr/>
            </p:nvPicPr>
            <p:blipFill>
              <a:blip r:embed="rId44"/>
              <a:stretch>
                <a:fillRect/>
              </a:stretch>
            </p:blipFill>
            <p:spPr>
              <a:xfrm>
                <a:off x="8312720" y="24109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 name="Ink 103">
                <a:extLst>
                  <a:ext uri="{FF2B5EF4-FFF2-40B4-BE49-F238E27FC236}">
                    <a16:creationId xmlns:a16="http://schemas.microsoft.com/office/drawing/2014/main" id="{A6FFEB82-E492-0161-1778-114C8234CFD1}"/>
                  </a:ext>
                </a:extLst>
              </p14:cNvPr>
              <p14:cNvContentPartPr/>
              <p14:nvPr/>
            </p14:nvContentPartPr>
            <p14:xfrm>
              <a:off x="10149440" y="2997360"/>
              <a:ext cx="360" cy="360"/>
            </p14:xfrm>
          </p:contentPart>
        </mc:Choice>
        <mc:Fallback xmlns="">
          <p:pic>
            <p:nvPicPr>
              <p:cNvPr id="104" name="Ink 103">
                <a:extLst>
                  <a:ext uri="{FF2B5EF4-FFF2-40B4-BE49-F238E27FC236}">
                    <a16:creationId xmlns:a16="http://schemas.microsoft.com/office/drawing/2014/main" id="{A6FFEB82-E492-0161-1778-114C8234CFD1}"/>
                  </a:ext>
                </a:extLst>
              </p:cNvPr>
              <p:cNvPicPr/>
              <p:nvPr/>
            </p:nvPicPr>
            <p:blipFill>
              <a:blip r:embed="rId44"/>
              <a:stretch>
                <a:fillRect/>
              </a:stretch>
            </p:blipFill>
            <p:spPr>
              <a:xfrm>
                <a:off x="10059800" y="28173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 name="Ink 104">
                <a:extLst>
                  <a:ext uri="{FF2B5EF4-FFF2-40B4-BE49-F238E27FC236}">
                    <a16:creationId xmlns:a16="http://schemas.microsoft.com/office/drawing/2014/main" id="{0FD1C438-B619-BF0F-3ED5-DB98B0D98718}"/>
                  </a:ext>
                </a:extLst>
              </p14:cNvPr>
              <p14:cNvContentPartPr/>
              <p14:nvPr/>
            </p14:nvContentPartPr>
            <p14:xfrm>
              <a:off x="8402360" y="2336760"/>
              <a:ext cx="360" cy="360"/>
            </p14:xfrm>
          </p:contentPart>
        </mc:Choice>
        <mc:Fallback xmlns="">
          <p:pic>
            <p:nvPicPr>
              <p:cNvPr id="105" name="Ink 104">
                <a:extLst>
                  <a:ext uri="{FF2B5EF4-FFF2-40B4-BE49-F238E27FC236}">
                    <a16:creationId xmlns:a16="http://schemas.microsoft.com/office/drawing/2014/main" id="{0FD1C438-B619-BF0F-3ED5-DB98B0D98718}"/>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6" name="Ink 105">
                <a:extLst>
                  <a:ext uri="{FF2B5EF4-FFF2-40B4-BE49-F238E27FC236}">
                    <a16:creationId xmlns:a16="http://schemas.microsoft.com/office/drawing/2014/main" id="{5C74639A-FB8B-5046-1CA6-72CE8D502647}"/>
                  </a:ext>
                </a:extLst>
              </p14:cNvPr>
              <p14:cNvContentPartPr/>
              <p14:nvPr/>
            </p14:nvContentPartPr>
            <p14:xfrm>
              <a:off x="8402360" y="2336760"/>
              <a:ext cx="360" cy="360"/>
            </p14:xfrm>
          </p:contentPart>
        </mc:Choice>
        <mc:Fallback xmlns="">
          <p:pic>
            <p:nvPicPr>
              <p:cNvPr id="106" name="Ink 105">
                <a:extLst>
                  <a:ext uri="{FF2B5EF4-FFF2-40B4-BE49-F238E27FC236}">
                    <a16:creationId xmlns:a16="http://schemas.microsoft.com/office/drawing/2014/main" id="{5C74639A-FB8B-5046-1CA6-72CE8D502647}"/>
                  </a:ext>
                </a:extLst>
              </p:cNvPr>
              <p:cNvPicPr/>
              <p:nvPr/>
            </p:nvPicPr>
            <p:blipFill>
              <a:blip r:embed="rId44"/>
              <a:stretch>
                <a:fillRect/>
              </a:stretch>
            </p:blipFill>
            <p:spPr>
              <a:xfrm>
                <a:off x="8312720" y="21571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7" name="Ink 106">
                <a:extLst>
                  <a:ext uri="{FF2B5EF4-FFF2-40B4-BE49-F238E27FC236}">
                    <a16:creationId xmlns:a16="http://schemas.microsoft.com/office/drawing/2014/main" id="{BA078436-1B1E-0CD1-A21E-C0A99554EA99}"/>
                  </a:ext>
                </a:extLst>
              </p14:cNvPr>
              <p14:cNvContentPartPr/>
              <p14:nvPr/>
            </p14:nvContentPartPr>
            <p14:xfrm>
              <a:off x="8371760" y="2346840"/>
              <a:ext cx="360" cy="360"/>
            </p14:xfrm>
          </p:contentPart>
        </mc:Choice>
        <mc:Fallback xmlns="">
          <p:pic>
            <p:nvPicPr>
              <p:cNvPr id="107" name="Ink 106">
                <a:extLst>
                  <a:ext uri="{FF2B5EF4-FFF2-40B4-BE49-F238E27FC236}">
                    <a16:creationId xmlns:a16="http://schemas.microsoft.com/office/drawing/2014/main" id="{BA078436-1B1E-0CD1-A21E-C0A99554EA99}"/>
                  </a:ext>
                </a:extLst>
              </p:cNvPr>
              <p:cNvPicPr/>
              <p:nvPr/>
            </p:nvPicPr>
            <p:blipFill>
              <a:blip r:embed="rId44"/>
              <a:stretch>
                <a:fillRect/>
              </a:stretch>
            </p:blipFill>
            <p:spPr>
              <a:xfrm>
                <a:off x="8281760" y="21672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8" name="Ink 107">
                <a:extLst>
                  <a:ext uri="{FF2B5EF4-FFF2-40B4-BE49-F238E27FC236}">
                    <a16:creationId xmlns:a16="http://schemas.microsoft.com/office/drawing/2014/main" id="{E182FA4A-C1C2-7EE4-DE4C-E6B824CEDC36}"/>
                  </a:ext>
                </a:extLst>
              </p14:cNvPr>
              <p14:cNvContentPartPr/>
              <p14:nvPr/>
            </p14:nvContentPartPr>
            <p14:xfrm>
              <a:off x="10484960" y="3526920"/>
              <a:ext cx="2184120" cy="275040"/>
            </p14:xfrm>
          </p:contentPart>
        </mc:Choice>
        <mc:Fallback xmlns="">
          <p:pic>
            <p:nvPicPr>
              <p:cNvPr id="108" name="Ink 107">
                <a:extLst>
                  <a:ext uri="{FF2B5EF4-FFF2-40B4-BE49-F238E27FC236}">
                    <a16:creationId xmlns:a16="http://schemas.microsoft.com/office/drawing/2014/main" id="{E182FA4A-C1C2-7EE4-DE4C-E6B824CEDC36}"/>
                  </a:ext>
                </a:extLst>
              </p:cNvPr>
              <p:cNvPicPr/>
              <p:nvPr/>
            </p:nvPicPr>
            <p:blipFill>
              <a:blip r:embed="rId95"/>
              <a:stretch>
                <a:fillRect/>
              </a:stretch>
            </p:blipFill>
            <p:spPr>
              <a:xfrm>
                <a:off x="10395320" y="3347280"/>
                <a:ext cx="23637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9" name="Ink 108">
                <a:extLst>
                  <a:ext uri="{FF2B5EF4-FFF2-40B4-BE49-F238E27FC236}">
                    <a16:creationId xmlns:a16="http://schemas.microsoft.com/office/drawing/2014/main" id="{6E6AA555-2485-2746-AC9D-1177BA9D0B17}"/>
                  </a:ext>
                </a:extLst>
              </p14:cNvPr>
              <p14:cNvContentPartPr/>
              <p14:nvPr/>
            </p14:nvContentPartPr>
            <p14:xfrm>
              <a:off x="12669440" y="3515040"/>
              <a:ext cx="360" cy="360"/>
            </p14:xfrm>
          </p:contentPart>
        </mc:Choice>
        <mc:Fallback xmlns="">
          <p:pic>
            <p:nvPicPr>
              <p:cNvPr id="109" name="Ink 108">
                <a:extLst>
                  <a:ext uri="{FF2B5EF4-FFF2-40B4-BE49-F238E27FC236}">
                    <a16:creationId xmlns:a16="http://schemas.microsoft.com/office/drawing/2014/main" id="{6E6AA555-2485-2746-AC9D-1177BA9D0B17}"/>
                  </a:ext>
                </a:extLst>
              </p:cNvPr>
              <p:cNvPicPr/>
              <p:nvPr/>
            </p:nvPicPr>
            <p:blipFill>
              <a:blip r:embed="rId44"/>
              <a:stretch>
                <a:fillRect/>
              </a:stretch>
            </p:blipFill>
            <p:spPr>
              <a:xfrm>
                <a:off x="12579800" y="33354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0" name="Ink 109">
                <a:extLst>
                  <a:ext uri="{FF2B5EF4-FFF2-40B4-BE49-F238E27FC236}">
                    <a16:creationId xmlns:a16="http://schemas.microsoft.com/office/drawing/2014/main" id="{D6357015-6092-460E-CBA0-8409FF86C176}"/>
                  </a:ext>
                </a:extLst>
              </p14:cNvPr>
              <p14:cNvContentPartPr/>
              <p14:nvPr/>
            </p14:nvContentPartPr>
            <p14:xfrm>
              <a:off x="8230280" y="2468880"/>
              <a:ext cx="249480" cy="385920"/>
            </p14:xfrm>
          </p:contentPart>
        </mc:Choice>
        <mc:Fallback xmlns="">
          <p:pic>
            <p:nvPicPr>
              <p:cNvPr id="110" name="Ink 109">
                <a:extLst>
                  <a:ext uri="{FF2B5EF4-FFF2-40B4-BE49-F238E27FC236}">
                    <a16:creationId xmlns:a16="http://schemas.microsoft.com/office/drawing/2014/main" id="{D6357015-6092-460E-CBA0-8409FF86C176}"/>
                  </a:ext>
                </a:extLst>
              </p:cNvPr>
              <p:cNvPicPr/>
              <p:nvPr/>
            </p:nvPicPr>
            <p:blipFill>
              <a:blip r:embed="rId98"/>
              <a:stretch>
                <a:fillRect/>
              </a:stretch>
            </p:blipFill>
            <p:spPr>
              <a:xfrm>
                <a:off x="8140640" y="2288880"/>
                <a:ext cx="429120" cy="745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4" name="Ink 113">
                <a:extLst>
                  <a:ext uri="{FF2B5EF4-FFF2-40B4-BE49-F238E27FC236}">
                    <a16:creationId xmlns:a16="http://schemas.microsoft.com/office/drawing/2014/main" id="{9F684ECD-2835-2053-9E66-C3E96E4C89E4}"/>
                  </a:ext>
                </a:extLst>
              </p14:cNvPr>
              <p14:cNvContentPartPr/>
              <p14:nvPr/>
            </p14:nvContentPartPr>
            <p14:xfrm>
              <a:off x="8351600" y="2407680"/>
              <a:ext cx="447128" cy="385558"/>
            </p14:xfrm>
          </p:contentPart>
        </mc:Choice>
        <mc:Fallback xmlns="">
          <p:pic>
            <p:nvPicPr>
              <p:cNvPr id="114" name="Ink 113">
                <a:extLst>
                  <a:ext uri="{FF2B5EF4-FFF2-40B4-BE49-F238E27FC236}">
                    <a16:creationId xmlns:a16="http://schemas.microsoft.com/office/drawing/2014/main" id="{9F684ECD-2835-2053-9E66-C3E96E4C89E4}"/>
                  </a:ext>
                </a:extLst>
              </p:cNvPr>
              <p:cNvPicPr/>
              <p:nvPr/>
            </p:nvPicPr>
            <p:blipFill>
              <a:blip r:embed="rId100"/>
              <a:stretch>
                <a:fillRect/>
              </a:stretch>
            </p:blipFill>
            <p:spPr>
              <a:xfrm>
                <a:off x="8288599" y="2344621"/>
                <a:ext cx="572770" cy="511315"/>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 name="Ink 5">
                <a:extLst>
                  <a:ext uri="{FF2B5EF4-FFF2-40B4-BE49-F238E27FC236}">
                    <a16:creationId xmlns:a16="http://schemas.microsoft.com/office/drawing/2014/main" id="{98434F48-50AE-4EB3-14D0-720DE62014F9}"/>
                  </a:ext>
                </a:extLst>
              </p14:cNvPr>
              <p14:cNvContentPartPr/>
              <p14:nvPr/>
            </p14:nvContentPartPr>
            <p14:xfrm>
              <a:off x="6668342" y="2301579"/>
              <a:ext cx="360" cy="360"/>
            </p14:xfrm>
          </p:contentPart>
        </mc:Choice>
        <mc:Fallback xmlns="">
          <p:pic>
            <p:nvPicPr>
              <p:cNvPr id="6" name="Ink 5">
                <a:extLst>
                  <a:ext uri="{FF2B5EF4-FFF2-40B4-BE49-F238E27FC236}">
                    <a16:creationId xmlns:a16="http://schemas.microsoft.com/office/drawing/2014/main" id="{98434F48-50AE-4EB3-14D0-720DE62014F9}"/>
                  </a:ext>
                </a:extLst>
              </p:cNvPr>
              <p:cNvPicPr/>
              <p:nvPr/>
            </p:nvPicPr>
            <p:blipFill>
              <a:blip r:embed="rId102"/>
              <a:stretch>
                <a:fillRect/>
              </a:stretch>
            </p:blipFill>
            <p:spPr>
              <a:xfrm>
                <a:off x="6578702" y="2121939"/>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 name="Ink 10">
                <a:extLst>
                  <a:ext uri="{FF2B5EF4-FFF2-40B4-BE49-F238E27FC236}">
                    <a16:creationId xmlns:a16="http://schemas.microsoft.com/office/drawing/2014/main" id="{74452307-3AB5-4366-FBF4-574B7E15D6EF}"/>
                  </a:ext>
                </a:extLst>
              </p14:cNvPr>
              <p14:cNvContentPartPr/>
              <p14:nvPr/>
            </p14:nvContentPartPr>
            <p14:xfrm>
              <a:off x="6103142" y="2282859"/>
              <a:ext cx="550080" cy="19440"/>
            </p14:xfrm>
          </p:contentPart>
        </mc:Choice>
        <mc:Fallback xmlns="">
          <p:pic>
            <p:nvPicPr>
              <p:cNvPr id="11" name="Ink 10">
                <a:extLst>
                  <a:ext uri="{FF2B5EF4-FFF2-40B4-BE49-F238E27FC236}">
                    <a16:creationId xmlns:a16="http://schemas.microsoft.com/office/drawing/2014/main" id="{74452307-3AB5-4366-FBF4-574B7E15D6EF}"/>
                  </a:ext>
                </a:extLst>
              </p:cNvPr>
              <p:cNvPicPr/>
              <p:nvPr/>
            </p:nvPicPr>
            <p:blipFill>
              <a:blip r:embed="rId104"/>
              <a:stretch>
                <a:fillRect/>
              </a:stretch>
            </p:blipFill>
            <p:spPr>
              <a:xfrm>
                <a:off x="6013502" y="2102859"/>
                <a:ext cx="729720" cy="379080"/>
              </a:xfrm>
              <a:prstGeom prst="rect">
                <a:avLst/>
              </a:prstGeom>
            </p:spPr>
          </p:pic>
        </mc:Fallback>
      </mc:AlternateContent>
      <p:pic>
        <p:nvPicPr>
          <p:cNvPr id="4" name="Picture 3">
            <a:extLst>
              <a:ext uri="{FF2B5EF4-FFF2-40B4-BE49-F238E27FC236}">
                <a16:creationId xmlns:a16="http://schemas.microsoft.com/office/drawing/2014/main" id="{0F38EFEB-22E5-90B3-657B-B320901248B8}"/>
              </a:ext>
            </a:extLst>
          </p:cNvPr>
          <p:cNvPicPr>
            <a:picLocks noChangeAspect="1"/>
          </p:cNvPicPr>
          <p:nvPr/>
        </p:nvPicPr>
        <p:blipFill>
          <a:blip r:embed="rId105">
            <a:extLst>
              <a:ext uri="{28A0092B-C50C-407E-A947-70E740481C1C}">
                <a14:useLocalDpi xmlns:a14="http://schemas.microsoft.com/office/drawing/2010/main" val="0"/>
              </a:ext>
            </a:extLst>
          </a:blip>
          <a:stretch>
            <a:fillRect/>
          </a:stretch>
        </p:blipFill>
        <p:spPr>
          <a:xfrm>
            <a:off x="912766" y="1549292"/>
            <a:ext cx="9960990" cy="5308708"/>
          </a:xfrm>
          <a:prstGeom prst="rect">
            <a:avLst/>
          </a:prstGeom>
        </p:spPr>
      </p:pic>
    </p:spTree>
    <p:extLst>
      <p:ext uri="{BB962C8B-B14F-4D97-AF65-F5344CB8AC3E}">
        <p14:creationId xmlns:p14="http://schemas.microsoft.com/office/powerpoint/2010/main" val="1242847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32416A3-39EF-4CBE-943D-C79C22FDDC46}"/>
              </a:ext>
            </a:extLst>
          </p:cNvPr>
          <p:cNvSpPr>
            <a:spLocks noGrp="1"/>
          </p:cNvSpPr>
          <p:nvPr>
            <p:ph type="title"/>
          </p:nvPr>
        </p:nvSpPr>
        <p:spPr>
          <a:xfrm>
            <a:off x="838200" y="649956"/>
            <a:ext cx="10515600" cy="726137"/>
          </a:xfrm>
        </p:spPr>
        <p:txBody>
          <a:bodyPr/>
          <a:lstStyle/>
          <a:p>
            <a:pPr algn="ctr"/>
            <a:r>
              <a:rPr lang="en-US" dirty="0">
                <a:latin typeface="Times New Roman" panose="02020603050405020304" pitchFamily="18" charset="0"/>
                <a:cs typeface="Times New Roman" panose="02020603050405020304" pitchFamily="18" charset="0"/>
              </a:rPr>
              <a:t>Conclusion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B9821E9-6E2E-3FA2-8BA2-5F80689BECA6}"/>
              </a:ext>
            </a:extLst>
          </p:cNvPr>
          <p:cNvSpPr txBox="1"/>
          <p:nvPr/>
        </p:nvSpPr>
        <p:spPr>
          <a:xfrm>
            <a:off x="228600" y="1594986"/>
            <a:ext cx="10356264" cy="4613058"/>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integration of Speech Emotion Recognition (SER) technology with personalized playlist and game recommendations marks a significant advancement in creating emotionally intelligent digital environments. By accurately analyzing vocal inputs to detect user emotions, our system offers tailored content that aligns with the user's current mood, thereby enhancing the overall user experience and contributing to emotional well-being. The combination of robust machine learning algorithms for emotion detection and collaborative filtering techniques for recommendation ensures that the content provided is both relevant and personalized, addressing the unique emotional states and preferences of each user. This project demonstrates the transformative potential of emotion-aware technologies in various applications, from entertainment to mental health support. By offering emotionally congruent content, such systems can enhance user engagement, aid in stress relief, and support mood regulation. Future developments could expand the range of emotions recognized and further refine recommendation algorithms, deepening personalization and relevance.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786120"/>
      </p:ext>
    </p:extLst>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592</TotalTime>
  <Words>1215</Words>
  <Application>Microsoft Office PowerPoint</Application>
  <PresentationFormat>Widescreen</PresentationFormat>
  <Paragraphs>102</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Segoe UI Light</vt:lpstr>
      <vt:lpstr>Söhne</vt:lpstr>
      <vt:lpstr>Times New Roman</vt:lpstr>
      <vt:lpstr>Wingdings</vt:lpstr>
      <vt:lpstr>Blue Waves</vt:lpstr>
      <vt:lpstr>GAYATRI VIDYA PARISHAD COLLEGE FOR DEGREE AND PG COURSES(A                                      (Affiliated to Andhra University)                        </vt:lpstr>
      <vt:lpstr>Contents</vt:lpstr>
      <vt:lpstr>ABSTRACT</vt:lpstr>
      <vt:lpstr>EXISTING SYSTEM:</vt:lpstr>
      <vt:lpstr>PROPOSED SYSTEM</vt:lpstr>
      <vt:lpstr>Flowchart</vt:lpstr>
      <vt:lpstr>Technology / algorithm used</vt:lpstr>
      <vt:lpstr>Functional ReqUIrements</vt:lpstr>
      <vt:lpstr>NON-Functional ReqUIrements</vt:lpstr>
      <vt:lpstr>NON-Functional ReqUIrements</vt:lpstr>
      <vt:lpstr>NON-Functional ReqUIrements</vt:lpstr>
      <vt:lpstr>USE CASE DIAGRAM</vt:lpstr>
      <vt:lpstr>SEQUENCE DIAGRAM of Application</vt:lpstr>
      <vt:lpstr>SEQUENCE DIAGRAM FOR  user</vt:lpstr>
      <vt:lpstr>Activity  Diagram </vt:lpstr>
      <vt:lpstr>Screens</vt:lpstr>
      <vt:lpstr>HOME PAGE</vt:lpstr>
      <vt:lpstr>ABSTRACT PAGE</vt:lpstr>
      <vt:lpstr>ABOUT US PAGE</vt:lpstr>
      <vt:lpstr>PROJECT PAGE</vt:lpstr>
      <vt:lpstr>PROJECT PAGE</vt:lpstr>
      <vt:lpstr>PROJECT PAGE</vt:lpstr>
      <vt:lpstr>PROJECT PAGE</vt:lpstr>
      <vt:lpstr>PROJECT PAGE</vt:lpstr>
      <vt:lpstr>PROJECT PAGE</vt:lpstr>
      <vt:lpstr>PROJECT PAGE</vt:lpstr>
      <vt:lpstr>Help PAGE</vt:lpstr>
      <vt:lpstr>Help page</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manoj krishna</cp:lastModifiedBy>
  <cp:revision>345</cp:revision>
  <dcterms:created xsi:type="dcterms:W3CDTF">2024-02-26T13:20:00Z</dcterms:created>
  <dcterms:modified xsi:type="dcterms:W3CDTF">2024-07-31T04:32:05Z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E7059E921A20433DBBF5F36C12CB6BE0</vt:lpwstr>
  </property>
  <property fmtid="{D5CDD505-2E9C-101B-9397-08002B2CF9AE}" pid="3" name="KSOProductBuildVer">
    <vt:lpwstr>1033-11.2.0.11225</vt:lpwstr>
  </property>
</Properties>
</file>